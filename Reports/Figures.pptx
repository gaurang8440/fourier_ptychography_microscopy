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EB6EB9-0FB5-42B3-8276-755CD2854815}" v="18" dt="2026-04-09T10:42:28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ng Garg" userId="00bc7cb70cff9d7b" providerId="LiveId" clId="{C20990A0-9EDA-4D26-9A4B-9016A93C20D9}"/>
    <pc:docChg chg="undo custSel addSld modSld">
      <pc:chgData name="Gaurang Garg" userId="00bc7cb70cff9d7b" providerId="LiveId" clId="{C20990A0-9EDA-4D26-9A4B-9016A93C20D9}" dt="2026-04-09T10:42:28.660" v="350" actId="164"/>
      <pc:docMkLst>
        <pc:docMk/>
      </pc:docMkLst>
      <pc:sldChg chg="addSp modSp mod">
        <pc:chgData name="Gaurang Garg" userId="00bc7cb70cff9d7b" providerId="LiveId" clId="{C20990A0-9EDA-4D26-9A4B-9016A93C20D9}" dt="2026-04-09T08:36:36.162" v="89" actId="164"/>
        <pc:sldMkLst>
          <pc:docMk/>
          <pc:sldMk cId="1317652816" sldId="256"/>
        </pc:sldMkLst>
        <pc:spChg chg="mod">
          <ac:chgData name="Gaurang Garg" userId="00bc7cb70cff9d7b" providerId="LiveId" clId="{C20990A0-9EDA-4D26-9A4B-9016A93C20D9}" dt="2026-04-09T08:34:35.058" v="67" actId="164"/>
          <ac:spMkLst>
            <pc:docMk/>
            <pc:sldMk cId="1317652816" sldId="256"/>
            <ac:spMk id="4" creationId="{17897F13-B9DB-A2AB-5C32-3B33587780DB}"/>
          </ac:spMkLst>
        </pc:spChg>
        <pc:spChg chg="add mod">
          <ac:chgData name="Gaurang Garg" userId="00bc7cb70cff9d7b" providerId="LiveId" clId="{C20990A0-9EDA-4D26-9A4B-9016A93C20D9}" dt="2026-04-09T08:36:06.099" v="68" actId="113"/>
          <ac:spMkLst>
            <pc:docMk/>
            <pc:sldMk cId="1317652816" sldId="256"/>
            <ac:spMk id="8" creationId="{A2879FCC-5305-A689-3CC0-B84443115759}"/>
          </ac:spMkLst>
        </pc:spChg>
        <pc:spChg chg="add mod">
          <ac:chgData name="Gaurang Garg" userId="00bc7cb70cff9d7b" providerId="LiveId" clId="{C20990A0-9EDA-4D26-9A4B-9016A93C20D9}" dt="2026-04-09T08:36:10.010" v="69" actId="113"/>
          <ac:spMkLst>
            <pc:docMk/>
            <pc:sldMk cId="1317652816" sldId="256"/>
            <ac:spMk id="10" creationId="{A6B9EF78-A431-E35B-1703-578579F8EF5E}"/>
          </ac:spMkLst>
        </pc:spChg>
        <pc:spChg chg="add mod">
          <ac:chgData name="Gaurang Garg" userId="00bc7cb70cff9d7b" providerId="LiveId" clId="{C20990A0-9EDA-4D26-9A4B-9016A93C20D9}" dt="2026-04-09T08:36:36.162" v="89" actId="164"/>
          <ac:spMkLst>
            <pc:docMk/>
            <pc:sldMk cId="1317652816" sldId="256"/>
            <ac:spMk id="12" creationId="{99B5E474-837B-5AF8-647D-BE7211E69734}"/>
          </ac:spMkLst>
        </pc:spChg>
        <pc:grpChg chg="add mod">
          <ac:chgData name="Gaurang Garg" userId="00bc7cb70cff9d7b" providerId="LiveId" clId="{C20990A0-9EDA-4D26-9A4B-9016A93C20D9}" dt="2026-04-09T08:36:36.162" v="89" actId="164"/>
          <ac:grpSpMkLst>
            <pc:docMk/>
            <pc:sldMk cId="1317652816" sldId="256"/>
            <ac:grpSpMk id="11" creationId="{8A060D7C-19A2-C866-9C65-ED1825D63E0E}"/>
          </ac:grpSpMkLst>
        </pc:grpChg>
        <pc:grpChg chg="add mod">
          <ac:chgData name="Gaurang Garg" userId="00bc7cb70cff9d7b" providerId="LiveId" clId="{C20990A0-9EDA-4D26-9A4B-9016A93C20D9}" dt="2026-04-09T08:36:36.162" v="89" actId="164"/>
          <ac:grpSpMkLst>
            <pc:docMk/>
            <pc:sldMk cId="1317652816" sldId="256"/>
            <ac:grpSpMk id="14" creationId="{6D64ECEC-C0A9-16D5-54F0-DB9C40D9D543}"/>
          </ac:grpSpMkLst>
        </pc:grpChg>
        <pc:cxnChg chg="mod">
          <ac:chgData name="Gaurang Garg" userId="00bc7cb70cff9d7b" providerId="LiveId" clId="{C20990A0-9EDA-4D26-9A4B-9016A93C20D9}" dt="2026-04-09T08:34:35.058" v="67" actId="164"/>
          <ac:cxnSpMkLst>
            <pc:docMk/>
            <pc:sldMk cId="1317652816" sldId="256"/>
            <ac:cxnSpMk id="6" creationId="{1DD13D79-85BE-2844-6142-9A134297942A}"/>
          </ac:cxnSpMkLst>
        </pc:cxnChg>
        <pc:cxnChg chg="mod">
          <ac:chgData name="Gaurang Garg" userId="00bc7cb70cff9d7b" providerId="LiveId" clId="{C20990A0-9EDA-4D26-9A4B-9016A93C20D9}" dt="2026-04-09T08:34:35.058" v="67" actId="164"/>
          <ac:cxnSpMkLst>
            <pc:docMk/>
            <pc:sldMk cId="1317652816" sldId="256"/>
            <ac:cxnSpMk id="9" creationId="{081D5F60-3A90-44D1-CAAA-7CACBCC2959E}"/>
          </ac:cxnSpMkLst>
        </pc:cxnChg>
        <pc:cxnChg chg="mod">
          <ac:chgData name="Gaurang Garg" userId="00bc7cb70cff9d7b" providerId="LiveId" clId="{C20990A0-9EDA-4D26-9A4B-9016A93C20D9}" dt="2026-04-09T08:34:35.058" v="67" actId="164"/>
          <ac:cxnSpMkLst>
            <pc:docMk/>
            <pc:sldMk cId="1317652816" sldId="256"/>
            <ac:cxnSpMk id="13" creationId="{D36F185C-6707-438C-A0FC-B1D016B0D488}"/>
          </ac:cxnSpMkLst>
        </pc:cxnChg>
        <pc:cxnChg chg="mod">
          <ac:chgData name="Gaurang Garg" userId="00bc7cb70cff9d7b" providerId="LiveId" clId="{C20990A0-9EDA-4D26-9A4B-9016A93C20D9}" dt="2026-04-09T08:34:35.058" v="67" actId="164"/>
          <ac:cxnSpMkLst>
            <pc:docMk/>
            <pc:sldMk cId="1317652816" sldId="256"/>
            <ac:cxnSpMk id="15" creationId="{747B8E76-B0FD-E94A-3A0D-10CAA4425587}"/>
          </ac:cxnSpMkLst>
        </pc:cxnChg>
        <pc:cxnChg chg="mod">
          <ac:chgData name="Gaurang Garg" userId="00bc7cb70cff9d7b" providerId="LiveId" clId="{C20990A0-9EDA-4D26-9A4B-9016A93C20D9}" dt="2026-04-09T08:34:35.058" v="67" actId="164"/>
          <ac:cxnSpMkLst>
            <pc:docMk/>
            <pc:sldMk cId="1317652816" sldId="256"/>
            <ac:cxnSpMk id="16" creationId="{7F860AC0-B212-CC84-AD41-B74E3175D453}"/>
          </ac:cxnSpMkLst>
        </pc:cxnChg>
        <pc:cxnChg chg="mod">
          <ac:chgData name="Gaurang Garg" userId="00bc7cb70cff9d7b" providerId="LiveId" clId="{C20990A0-9EDA-4D26-9A4B-9016A93C20D9}" dt="2026-04-09T08:34:35.058" v="67" actId="164"/>
          <ac:cxnSpMkLst>
            <pc:docMk/>
            <pc:sldMk cId="1317652816" sldId="256"/>
            <ac:cxnSpMk id="17" creationId="{91DD0D24-98CF-616E-7CA9-335051CC78E1}"/>
          </ac:cxnSpMkLst>
        </pc:cxnChg>
      </pc:sldChg>
      <pc:sldChg chg="addSp delSp modSp new mod">
        <pc:chgData name="Gaurang Garg" userId="00bc7cb70cff9d7b" providerId="LiveId" clId="{C20990A0-9EDA-4D26-9A4B-9016A93C20D9}" dt="2026-04-09T08:50:03.257" v="160" actId="164"/>
        <pc:sldMkLst>
          <pc:docMk/>
          <pc:sldMk cId="3261843828" sldId="257"/>
        </pc:sldMkLst>
        <pc:spChg chg="mod">
          <ac:chgData name="Gaurang Garg" userId="00bc7cb70cff9d7b" providerId="LiveId" clId="{C20990A0-9EDA-4D26-9A4B-9016A93C20D9}" dt="2026-04-09T08:42:36.091" v="91"/>
          <ac:spMkLst>
            <pc:docMk/>
            <pc:sldMk cId="3261843828" sldId="257"/>
            <ac:spMk id="4" creationId="{4E58FC07-6D36-63B7-473C-4E64AE36AEDD}"/>
          </ac:spMkLst>
        </pc:spChg>
        <pc:spChg chg="mod">
          <ac:chgData name="Gaurang Garg" userId="00bc7cb70cff9d7b" providerId="LiveId" clId="{C20990A0-9EDA-4D26-9A4B-9016A93C20D9}" dt="2026-04-09T08:42:36.091" v="91"/>
          <ac:spMkLst>
            <pc:docMk/>
            <pc:sldMk cId="3261843828" sldId="257"/>
            <ac:spMk id="11" creationId="{68C639DC-4C63-4464-859E-08AB2849E614}"/>
          </ac:spMkLst>
        </pc:spChg>
        <pc:spChg chg="mod">
          <ac:chgData name="Gaurang Garg" userId="00bc7cb70cff9d7b" providerId="LiveId" clId="{C20990A0-9EDA-4D26-9A4B-9016A93C20D9}" dt="2026-04-09T08:44:20.898" v="105" actId="1076"/>
          <ac:spMkLst>
            <pc:docMk/>
            <pc:sldMk cId="3261843828" sldId="257"/>
            <ac:spMk id="12" creationId="{5CC21362-C26F-28E3-32A3-C1743E2F09E7}"/>
          </ac:spMkLst>
        </pc:spChg>
        <pc:spChg chg="mod">
          <ac:chgData name="Gaurang Garg" userId="00bc7cb70cff9d7b" providerId="LiveId" clId="{C20990A0-9EDA-4D26-9A4B-9016A93C20D9}" dt="2026-04-09T08:42:36.091" v="91"/>
          <ac:spMkLst>
            <pc:docMk/>
            <pc:sldMk cId="3261843828" sldId="257"/>
            <ac:spMk id="13" creationId="{060FB77B-AA26-18A7-D283-EA69ECBB6424}"/>
          </ac:spMkLst>
        </pc:spChg>
        <pc:spChg chg="add del mod">
          <ac:chgData name="Gaurang Garg" userId="00bc7cb70cff9d7b" providerId="LiveId" clId="{C20990A0-9EDA-4D26-9A4B-9016A93C20D9}" dt="2026-04-09T08:48:34.359" v="130" actId="478"/>
          <ac:spMkLst>
            <pc:docMk/>
            <pc:sldMk cId="3261843828" sldId="257"/>
            <ac:spMk id="28" creationId="{E6BCA683-5541-D170-D25B-9D884AA6B7C6}"/>
          </ac:spMkLst>
        </pc:spChg>
        <pc:spChg chg="add mod">
          <ac:chgData name="Gaurang Garg" userId="00bc7cb70cff9d7b" providerId="LiveId" clId="{C20990A0-9EDA-4D26-9A4B-9016A93C20D9}" dt="2026-04-09T08:50:03.257" v="160" actId="164"/>
          <ac:spMkLst>
            <pc:docMk/>
            <pc:sldMk cId="3261843828" sldId="257"/>
            <ac:spMk id="29" creationId="{ACE0797F-D27E-D813-F294-127843BB11A6}"/>
          </ac:spMkLst>
        </pc:spChg>
        <pc:spChg chg="add mod">
          <ac:chgData name="Gaurang Garg" userId="00bc7cb70cff9d7b" providerId="LiveId" clId="{C20990A0-9EDA-4D26-9A4B-9016A93C20D9}" dt="2026-04-09T08:50:03.257" v="160" actId="164"/>
          <ac:spMkLst>
            <pc:docMk/>
            <pc:sldMk cId="3261843828" sldId="257"/>
            <ac:spMk id="30" creationId="{6128FF53-7255-A042-FBA3-8A6F5EB8F88B}"/>
          </ac:spMkLst>
        </pc:spChg>
        <pc:spChg chg="add mod">
          <ac:chgData name="Gaurang Garg" userId="00bc7cb70cff9d7b" providerId="LiveId" clId="{C20990A0-9EDA-4D26-9A4B-9016A93C20D9}" dt="2026-04-09T08:50:03.257" v="160" actId="164"/>
          <ac:spMkLst>
            <pc:docMk/>
            <pc:sldMk cId="3261843828" sldId="257"/>
            <ac:spMk id="34" creationId="{31F53238-E6FC-3AB0-B5D0-5BA3A2C4BF23}"/>
          </ac:spMkLst>
        </pc:spChg>
        <pc:grpChg chg="add mod ord">
          <ac:chgData name="Gaurang Garg" userId="00bc7cb70cff9d7b" providerId="LiveId" clId="{C20990A0-9EDA-4D26-9A4B-9016A93C20D9}" dt="2026-04-09T08:50:03.257" v="160" actId="164"/>
          <ac:grpSpMkLst>
            <pc:docMk/>
            <pc:sldMk cId="3261843828" sldId="257"/>
            <ac:grpSpMk id="2" creationId="{2BE93083-9EF4-558C-6339-47B04135678A}"/>
          </ac:grpSpMkLst>
        </pc:grpChg>
        <pc:grpChg chg="mod">
          <ac:chgData name="Gaurang Garg" userId="00bc7cb70cff9d7b" providerId="LiveId" clId="{C20990A0-9EDA-4D26-9A4B-9016A93C20D9}" dt="2026-04-09T08:42:36.091" v="91"/>
          <ac:grpSpMkLst>
            <pc:docMk/>
            <pc:sldMk cId="3261843828" sldId="257"/>
            <ac:grpSpMk id="3" creationId="{7E0C4D58-8B4B-A13F-C3C8-31BFB8ADE7B6}"/>
          </ac:grpSpMkLst>
        </pc:grpChg>
        <pc:grpChg chg="add mod">
          <ac:chgData name="Gaurang Garg" userId="00bc7cb70cff9d7b" providerId="LiveId" clId="{C20990A0-9EDA-4D26-9A4B-9016A93C20D9}" dt="2026-04-09T08:50:03.257" v="160" actId="164"/>
          <ac:grpSpMkLst>
            <pc:docMk/>
            <pc:sldMk cId="3261843828" sldId="257"/>
            <ac:grpSpMk id="35" creationId="{30EC1462-A45F-4C21-542F-18BEFA6E3F22}"/>
          </ac:grpSpMkLst>
        </pc:grpChg>
        <pc:cxnChg chg="mod">
          <ac:chgData name="Gaurang Garg" userId="00bc7cb70cff9d7b" providerId="LiveId" clId="{C20990A0-9EDA-4D26-9A4B-9016A93C20D9}" dt="2026-04-09T08:43:53.030" v="95" actId="17032"/>
          <ac:cxnSpMkLst>
            <pc:docMk/>
            <pc:sldMk cId="3261843828" sldId="257"/>
            <ac:cxnSpMk id="5" creationId="{417F309B-95CA-3B27-7D21-A9B5303A5D5D}"/>
          </ac:cxnSpMkLst>
        </pc:cxnChg>
        <pc:cxnChg chg="mod">
          <ac:chgData name="Gaurang Garg" userId="00bc7cb70cff9d7b" providerId="LiveId" clId="{C20990A0-9EDA-4D26-9A4B-9016A93C20D9}" dt="2026-04-09T08:44:32.005" v="106" actId="1076"/>
          <ac:cxnSpMkLst>
            <pc:docMk/>
            <pc:sldMk cId="3261843828" sldId="257"/>
            <ac:cxnSpMk id="6" creationId="{CE4BE7A3-BD35-4F73-1CEE-5F8C1CA7FFE9}"/>
          </ac:cxnSpMkLst>
        </pc:cxnChg>
        <pc:cxnChg chg="mod">
          <ac:chgData name="Gaurang Garg" userId="00bc7cb70cff9d7b" providerId="LiveId" clId="{C20990A0-9EDA-4D26-9A4B-9016A93C20D9}" dt="2026-04-09T08:42:36.091" v="91"/>
          <ac:cxnSpMkLst>
            <pc:docMk/>
            <pc:sldMk cId="3261843828" sldId="257"/>
            <ac:cxnSpMk id="8" creationId="{5AC38611-8B36-6847-EFE5-E90F3BBD5E61}"/>
          </ac:cxnSpMkLst>
        </pc:cxnChg>
        <pc:cxnChg chg="mod">
          <ac:chgData name="Gaurang Garg" userId="00bc7cb70cff9d7b" providerId="LiveId" clId="{C20990A0-9EDA-4D26-9A4B-9016A93C20D9}" dt="2026-04-09T08:47:07.607" v="122" actId="14100"/>
          <ac:cxnSpMkLst>
            <pc:docMk/>
            <pc:sldMk cId="3261843828" sldId="257"/>
            <ac:cxnSpMk id="9" creationId="{7CB1BA96-E71B-7D12-6B53-E70942335799}"/>
          </ac:cxnSpMkLst>
        </pc:cxnChg>
        <pc:cxnChg chg="mod">
          <ac:chgData name="Gaurang Garg" userId="00bc7cb70cff9d7b" providerId="LiveId" clId="{C20990A0-9EDA-4D26-9A4B-9016A93C20D9}" dt="2026-04-09T08:44:54.362" v="108" actId="14100"/>
          <ac:cxnSpMkLst>
            <pc:docMk/>
            <pc:sldMk cId="3261843828" sldId="257"/>
            <ac:cxnSpMk id="10" creationId="{420439B5-E581-3176-C7DF-44107EFDF57A}"/>
          </ac:cxnSpMkLst>
        </pc:cxnChg>
        <pc:cxnChg chg="add mod">
          <ac:chgData name="Gaurang Garg" userId="00bc7cb70cff9d7b" providerId="LiveId" clId="{C20990A0-9EDA-4D26-9A4B-9016A93C20D9}" dt="2026-04-09T08:50:03.257" v="160" actId="164"/>
          <ac:cxnSpMkLst>
            <pc:docMk/>
            <pc:sldMk cId="3261843828" sldId="257"/>
            <ac:cxnSpMk id="14" creationId="{1FADDFAF-451A-8AEA-8BE7-D5913FDEC881}"/>
          </ac:cxnSpMkLst>
        </pc:cxnChg>
        <pc:cxnChg chg="add del mod">
          <ac:chgData name="Gaurang Garg" userId="00bc7cb70cff9d7b" providerId="LiveId" clId="{C20990A0-9EDA-4D26-9A4B-9016A93C20D9}" dt="2026-04-09T08:45:23.461" v="111" actId="478"/>
          <ac:cxnSpMkLst>
            <pc:docMk/>
            <pc:sldMk cId="3261843828" sldId="257"/>
            <ac:cxnSpMk id="18" creationId="{EB3A260D-730A-046B-E5E2-082EE032E6EA}"/>
          </ac:cxnSpMkLst>
        </pc:cxnChg>
        <pc:cxnChg chg="add mod">
          <ac:chgData name="Gaurang Garg" userId="00bc7cb70cff9d7b" providerId="LiveId" clId="{C20990A0-9EDA-4D26-9A4B-9016A93C20D9}" dt="2026-04-09T08:50:03.257" v="160" actId="164"/>
          <ac:cxnSpMkLst>
            <pc:docMk/>
            <pc:sldMk cId="3261843828" sldId="257"/>
            <ac:cxnSpMk id="19" creationId="{2A92040A-2F29-37EF-1E8E-BD7EB2A34941}"/>
          </ac:cxnSpMkLst>
        </pc:cxnChg>
        <pc:cxnChg chg="add mod">
          <ac:chgData name="Gaurang Garg" userId="00bc7cb70cff9d7b" providerId="LiveId" clId="{C20990A0-9EDA-4D26-9A4B-9016A93C20D9}" dt="2026-04-09T08:50:03.257" v="160" actId="164"/>
          <ac:cxnSpMkLst>
            <pc:docMk/>
            <pc:sldMk cId="3261843828" sldId="257"/>
            <ac:cxnSpMk id="20" creationId="{0828210D-0266-23B7-796A-4B553229D5BA}"/>
          </ac:cxnSpMkLst>
        </pc:cxnChg>
        <pc:cxnChg chg="add mod">
          <ac:chgData name="Gaurang Garg" userId="00bc7cb70cff9d7b" providerId="LiveId" clId="{C20990A0-9EDA-4D26-9A4B-9016A93C20D9}" dt="2026-04-09T08:50:03.257" v="160" actId="164"/>
          <ac:cxnSpMkLst>
            <pc:docMk/>
            <pc:sldMk cId="3261843828" sldId="257"/>
            <ac:cxnSpMk id="32" creationId="{03525ACD-ADA8-1D61-2377-8CE328768A91}"/>
          </ac:cxnSpMkLst>
        </pc:cxnChg>
      </pc:sldChg>
      <pc:sldChg chg="addSp delSp modSp new mod">
        <pc:chgData name="Gaurang Garg" userId="00bc7cb70cff9d7b" providerId="LiveId" clId="{C20990A0-9EDA-4D26-9A4B-9016A93C20D9}" dt="2026-04-09T10:42:28.660" v="350" actId="164"/>
        <pc:sldMkLst>
          <pc:docMk/>
          <pc:sldMk cId="1231329891" sldId="258"/>
        </pc:sldMkLst>
        <pc:spChg chg="mod">
          <ac:chgData name="Gaurang Garg" userId="00bc7cb70cff9d7b" providerId="LiveId" clId="{C20990A0-9EDA-4D26-9A4B-9016A93C20D9}" dt="2026-04-09T10:31:59.377" v="242" actId="1076"/>
          <ac:spMkLst>
            <pc:docMk/>
            <pc:sldMk cId="1231329891" sldId="258"/>
            <ac:spMk id="4" creationId="{686B4135-7E0F-A136-5ECF-D280AA73A561}"/>
          </ac:spMkLst>
        </pc:spChg>
        <pc:spChg chg="del mod">
          <ac:chgData name="Gaurang Garg" userId="00bc7cb70cff9d7b" providerId="LiveId" clId="{C20990A0-9EDA-4D26-9A4B-9016A93C20D9}" dt="2026-04-09T10:30:26.662" v="163" actId="478"/>
          <ac:spMkLst>
            <pc:docMk/>
            <pc:sldMk cId="1231329891" sldId="258"/>
            <ac:spMk id="11" creationId="{702FF65F-BFCA-38C7-D3DE-4AA05EE64577}"/>
          </ac:spMkLst>
        </pc:spChg>
        <pc:spChg chg="mod">
          <ac:chgData name="Gaurang Garg" userId="00bc7cb70cff9d7b" providerId="LiveId" clId="{C20990A0-9EDA-4D26-9A4B-9016A93C20D9}" dt="2026-04-09T10:31:44.738" v="240" actId="20577"/>
          <ac:spMkLst>
            <pc:docMk/>
            <pc:sldMk cId="1231329891" sldId="258"/>
            <ac:spMk id="12" creationId="{C87BE954-ADBE-24F0-81AC-BCCFF594F5F1}"/>
          </ac:spMkLst>
        </pc:spChg>
        <pc:spChg chg="mod">
          <ac:chgData name="Gaurang Garg" userId="00bc7cb70cff9d7b" providerId="LiveId" clId="{C20990A0-9EDA-4D26-9A4B-9016A93C20D9}" dt="2026-04-09T10:31:32.703" v="213" actId="20577"/>
          <ac:spMkLst>
            <pc:docMk/>
            <pc:sldMk cId="1231329891" sldId="258"/>
            <ac:spMk id="13" creationId="{C65DBBE3-1CA8-9C44-10D0-AE2EF15D38C3}"/>
          </ac:spMkLst>
        </pc:spChg>
        <pc:spChg chg="add mod">
          <ac:chgData name="Gaurang Garg" userId="00bc7cb70cff9d7b" providerId="LiveId" clId="{C20990A0-9EDA-4D26-9A4B-9016A93C20D9}" dt="2026-04-09T10:42:28.660" v="350" actId="164"/>
          <ac:spMkLst>
            <pc:docMk/>
            <pc:sldMk cId="1231329891" sldId="258"/>
            <ac:spMk id="14" creationId="{B57E4ABF-02F5-038C-06E0-A90ABC962360}"/>
          </ac:spMkLst>
        </pc:spChg>
        <pc:spChg chg="add del mod">
          <ac:chgData name="Gaurang Garg" userId="00bc7cb70cff9d7b" providerId="LiveId" clId="{C20990A0-9EDA-4D26-9A4B-9016A93C20D9}" dt="2026-04-09T10:34:32.752" v="259" actId="478"/>
          <ac:spMkLst>
            <pc:docMk/>
            <pc:sldMk cId="1231329891" sldId="258"/>
            <ac:spMk id="15" creationId="{3A026A8A-31C4-CD2C-9361-42500E6ABFA6}"/>
          </ac:spMkLst>
        </pc:spChg>
        <pc:spChg chg="add mod">
          <ac:chgData name="Gaurang Garg" userId="00bc7cb70cff9d7b" providerId="LiveId" clId="{C20990A0-9EDA-4D26-9A4B-9016A93C20D9}" dt="2026-04-09T10:42:28.660" v="350" actId="164"/>
          <ac:spMkLst>
            <pc:docMk/>
            <pc:sldMk cId="1231329891" sldId="258"/>
            <ac:spMk id="18" creationId="{14A68F4C-7C88-51ED-C293-2BBA2AB534B4}"/>
          </ac:spMkLst>
        </pc:spChg>
        <pc:spChg chg="add mod">
          <ac:chgData name="Gaurang Garg" userId="00bc7cb70cff9d7b" providerId="LiveId" clId="{C20990A0-9EDA-4D26-9A4B-9016A93C20D9}" dt="2026-04-09T10:42:28.660" v="350" actId="164"/>
          <ac:spMkLst>
            <pc:docMk/>
            <pc:sldMk cId="1231329891" sldId="258"/>
            <ac:spMk id="19" creationId="{70C3C8DD-31B0-E3BA-227B-8138B6EBDD6E}"/>
          </ac:spMkLst>
        </pc:spChg>
        <pc:grpChg chg="add mod">
          <ac:chgData name="Gaurang Garg" userId="00bc7cb70cff9d7b" providerId="LiveId" clId="{C20990A0-9EDA-4D26-9A4B-9016A93C20D9}" dt="2026-04-09T10:42:28.660" v="350" actId="164"/>
          <ac:grpSpMkLst>
            <pc:docMk/>
            <pc:sldMk cId="1231329891" sldId="258"/>
            <ac:grpSpMk id="2" creationId="{94438129-3A40-EBED-8F12-2E4E8FF67B5C}"/>
          </ac:grpSpMkLst>
        </pc:grpChg>
        <pc:grpChg chg="mod">
          <ac:chgData name="Gaurang Garg" userId="00bc7cb70cff9d7b" providerId="LiveId" clId="{C20990A0-9EDA-4D26-9A4B-9016A93C20D9}" dt="2026-04-09T10:30:23.876" v="162"/>
          <ac:grpSpMkLst>
            <pc:docMk/>
            <pc:sldMk cId="1231329891" sldId="258"/>
            <ac:grpSpMk id="3" creationId="{81070CDE-50D6-43DC-61C4-38219EAC5C0C}"/>
          </ac:grpSpMkLst>
        </pc:grpChg>
        <pc:grpChg chg="add mod">
          <ac:chgData name="Gaurang Garg" userId="00bc7cb70cff9d7b" providerId="LiveId" clId="{C20990A0-9EDA-4D26-9A4B-9016A93C20D9}" dt="2026-04-09T10:42:28.660" v="350" actId="164"/>
          <ac:grpSpMkLst>
            <pc:docMk/>
            <pc:sldMk cId="1231329891" sldId="258"/>
            <ac:grpSpMk id="20" creationId="{6208A88F-8A63-42B5-B9F5-DF23EA60DC76}"/>
          </ac:grpSpMkLst>
        </pc:grpChg>
        <pc:cxnChg chg="mod">
          <ac:chgData name="Gaurang Garg" userId="00bc7cb70cff9d7b" providerId="LiveId" clId="{C20990A0-9EDA-4D26-9A4B-9016A93C20D9}" dt="2026-04-09T10:30:23.876" v="162"/>
          <ac:cxnSpMkLst>
            <pc:docMk/>
            <pc:sldMk cId="1231329891" sldId="258"/>
            <ac:cxnSpMk id="5" creationId="{10673748-FC33-4644-830A-FCD8F88140A1}"/>
          </ac:cxnSpMkLst>
        </pc:cxnChg>
        <pc:cxnChg chg="mod">
          <ac:chgData name="Gaurang Garg" userId="00bc7cb70cff9d7b" providerId="LiveId" clId="{C20990A0-9EDA-4D26-9A4B-9016A93C20D9}" dt="2026-04-09T10:30:23.876" v="162"/>
          <ac:cxnSpMkLst>
            <pc:docMk/>
            <pc:sldMk cId="1231329891" sldId="258"/>
            <ac:cxnSpMk id="6" creationId="{4A4D061B-F401-6BF2-D77C-A2E9896F5C5F}"/>
          </ac:cxnSpMkLst>
        </pc:cxnChg>
        <pc:cxnChg chg="mod">
          <ac:chgData name="Gaurang Garg" userId="00bc7cb70cff9d7b" providerId="LiveId" clId="{C20990A0-9EDA-4D26-9A4B-9016A93C20D9}" dt="2026-04-09T10:30:23.876" v="162"/>
          <ac:cxnSpMkLst>
            <pc:docMk/>
            <pc:sldMk cId="1231329891" sldId="258"/>
            <ac:cxnSpMk id="8" creationId="{3293F1B5-6CB0-9617-4738-C65407706E67}"/>
          </ac:cxnSpMkLst>
        </pc:cxnChg>
        <pc:cxnChg chg="mod">
          <ac:chgData name="Gaurang Garg" userId="00bc7cb70cff9d7b" providerId="LiveId" clId="{C20990A0-9EDA-4D26-9A4B-9016A93C20D9}" dt="2026-04-09T10:30:23.876" v="162"/>
          <ac:cxnSpMkLst>
            <pc:docMk/>
            <pc:sldMk cId="1231329891" sldId="258"/>
            <ac:cxnSpMk id="10" creationId="{C5DAFEF0-F67E-08B2-435D-140FA8C4D1AF}"/>
          </ac:cxnSpMkLst>
        </pc:cxnChg>
        <pc:cxnChg chg="add mod">
          <ac:chgData name="Gaurang Garg" userId="00bc7cb70cff9d7b" providerId="LiveId" clId="{C20990A0-9EDA-4D26-9A4B-9016A93C20D9}" dt="2026-04-09T10:42:28.660" v="350" actId="164"/>
          <ac:cxnSpMkLst>
            <pc:docMk/>
            <pc:sldMk cId="1231329891" sldId="258"/>
            <ac:cxnSpMk id="17" creationId="{46A83214-DCDA-41AD-FFF6-E81D40E0319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1B6C-05A9-9DF0-981E-6007C9BE7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B3EF9-8CFF-35E9-317F-2051A63F5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7ECC7-9353-E85B-254F-72E66A72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86FC4-B443-79F2-586F-AC13B7A5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B0CF-1353-71FE-263D-7ADBF7DB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F156-E15C-9911-052C-BEE21515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982A9-8CE9-9E8F-1BAF-AAA9C63E4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C1B38-DE30-B853-4460-AF323844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AB076-0464-E315-975D-D9DDF6CF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44A7-E6E5-9EBA-DC3A-7C7394FA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3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F402-E0E8-DF56-136F-EAA00712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9CEFA-96C2-846B-1606-D96C056D7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04976-3341-88DA-53EB-647709F8E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39FE2-1119-E4BD-E5F9-60F22D12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4E142-0B66-89EB-D2B5-E28E0286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5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F383-7511-2291-40C8-39F99478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FA1BA-AAF9-DEC1-B574-BD1310870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08C8D-A87D-E4CD-64AB-AA4296E38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B8AC6-34F4-FAB1-9F92-D44BC913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D51C9-7696-9F7D-1190-096A2F8D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FA01-2979-0CB1-2A75-85F79775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96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4389-89D2-EF7B-2109-0F8E07EF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F3211-6283-D6DE-AE1B-D4F96C6B1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1319-0C95-225F-D6BC-EE0B94456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73340-170E-2196-B942-39B26DE97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364C5-624E-76AF-F253-A0B453014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E6225-8986-D117-1909-BE3A18E3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F7923-7FE4-1555-BF8A-1C184F33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8D6A0-DEA0-09AD-65E4-F9DAD703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41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3108-42CA-AC22-CC3B-F9532573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7CB1E-F191-20C0-ECE2-D7EFDA23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9E93D-C87D-7662-BC8D-1DE30E45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2377B-97B9-0033-695E-31A8D96A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84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CD15C-FE86-3BDC-4B2E-0DD57196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DF753-7345-74B5-B3A5-6A3E762C8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7ABF9-4DB0-02A6-B426-467C6533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36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52A4-8317-F686-196E-8D2B765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B33C-86C6-8AE5-3FA2-0A1734C0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80838-40BE-0A6B-B1DA-4CBCFC48D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CC3C9-82F9-709B-40DF-C13ECE90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8939B-096E-0E5B-C2B4-2AC7AE2A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E44BC-7D05-C2DA-DC7F-B26CD64E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71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783D-2C21-1451-BB0C-0955B4DA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1A032-372C-03B3-547D-C131B66A18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F5F45-3AE6-1AC5-5174-0B20CC9E7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772A8-8BD8-6957-E3D6-6FC11E23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CD222-0A60-A094-5A2E-61CB28C7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57EBC-9DFF-535F-B544-0C352AE1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3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B508-4994-B567-A5D3-14F0F3EE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0F5F2-C6D5-ECCA-5497-35D5FE04C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14F61-1DCA-79A9-7BFF-BF8F8AFD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024C0-A8AE-6C61-352F-A6756A09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2D78-B8EE-54DD-7F73-4F7F8137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4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CEC0F-7949-1324-82B3-795277290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378C9-F4E4-EBBF-548F-81F237FD8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F0D9-9DE5-C9E4-C54A-F434B3F9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0CCB-BC7B-EBB3-E73B-7F6FD859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CF698-61A0-6252-562C-7721BEDC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87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97648-8F66-BA7E-47AB-D8A074AE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CD652-3521-9BEF-0570-64F03CA14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C3CB0-11C5-29FB-59CC-5794C3435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C418F-5C81-4523-A330-CF721D004B2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3AC7C-97D2-F42D-3745-A1F375F58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F5E2-8A36-EA4C-67BC-C42FF185C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5BB9-5995-49DC-A9AC-31DDA9F33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2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D64ECEC-C0A9-16D5-54F0-DB9C40D9D543}"/>
              </a:ext>
            </a:extLst>
          </p:cNvPr>
          <p:cNvGrpSpPr/>
          <p:nvPr/>
        </p:nvGrpSpPr>
        <p:grpSpPr>
          <a:xfrm>
            <a:off x="2200890" y="1257300"/>
            <a:ext cx="7941085" cy="3998042"/>
            <a:chOff x="2200890" y="1257300"/>
            <a:chExt cx="7941085" cy="39980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A060D7C-19A2-C866-9C65-ED1825D63E0E}"/>
                </a:ext>
              </a:extLst>
            </p:cNvPr>
            <p:cNvGrpSpPr/>
            <p:nvPr/>
          </p:nvGrpSpPr>
          <p:grpSpPr>
            <a:xfrm>
              <a:off x="2200890" y="1257300"/>
              <a:ext cx="7941085" cy="3998042"/>
              <a:chOff x="2200890" y="1257300"/>
              <a:chExt cx="7941085" cy="399804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DD13D79-85BE-2844-6142-9A1342979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3896" y="1257300"/>
                <a:ext cx="0" cy="3638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81D5F60-3A90-44D1-CAAA-7CACBCC295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66904" y="1257300"/>
                <a:ext cx="0" cy="3638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36F185C-6707-438C-A0FC-B1D016B0D4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3896" y="1371600"/>
                <a:ext cx="3192104" cy="194187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47B8E76-B0FD-E94A-3A0D-10CAA44255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3896" y="3313471"/>
                <a:ext cx="3192104" cy="14014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F860AC0-B212-CC84-AD41-B74E3175D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5999" y="2487561"/>
                <a:ext cx="3170905" cy="222731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1DD0D24-98CF-616E-7CA9-335051CC7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5999" y="1371600"/>
                <a:ext cx="3170905" cy="111596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7897F13-B9DB-A2AB-5C32-3B33587780DB}"/>
                  </a:ext>
                </a:extLst>
              </p:cNvPr>
              <p:cNvSpPr/>
              <p:nvPr/>
            </p:nvSpPr>
            <p:spPr>
              <a:xfrm>
                <a:off x="5896583" y="1257300"/>
                <a:ext cx="398834" cy="363855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75000"/>
                      <a:tint val="66000"/>
                      <a:satMod val="160000"/>
                    </a:schemeClr>
                  </a:gs>
                  <a:gs pos="50000">
                    <a:schemeClr val="accent4">
                      <a:lumMod val="75000"/>
                      <a:tint val="44500"/>
                      <a:satMod val="160000"/>
                    </a:schemeClr>
                  </a:gs>
                  <a:gs pos="100000">
                    <a:schemeClr val="accent4">
                      <a:lumMod val="7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879FCC-5305-A689-3CC0-B84443115759}"/>
                  </a:ext>
                </a:extLst>
              </p:cNvPr>
              <p:cNvSpPr txBox="1"/>
              <p:nvPr/>
            </p:nvSpPr>
            <p:spPr>
              <a:xfrm>
                <a:off x="2200890" y="4947565"/>
                <a:ext cx="140601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Sample at z = 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B9EF78-A431-E35B-1703-578579F8EF5E}"/>
                  </a:ext>
                </a:extLst>
              </p:cNvPr>
              <p:cNvSpPr txBox="1"/>
              <p:nvPr/>
            </p:nvSpPr>
            <p:spPr>
              <a:xfrm>
                <a:off x="8391833" y="4895850"/>
                <a:ext cx="17501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Back focal plane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B5E474-837B-5AF8-647D-BE7211E69734}"/>
                </a:ext>
              </a:extLst>
            </p:cNvPr>
            <p:cNvSpPr txBox="1"/>
            <p:nvPr/>
          </p:nvSpPr>
          <p:spPr>
            <a:xfrm>
              <a:off x="5444299" y="4922936"/>
              <a:ext cx="15534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Objective lens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765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0EC1462-A45F-4C21-542F-18BEFA6E3F22}"/>
              </a:ext>
            </a:extLst>
          </p:cNvPr>
          <p:cNvGrpSpPr/>
          <p:nvPr/>
        </p:nvGrpSpPr>
        <p:grpSpPr>
          <a:xfrm>
            <a:off x="2230387" y="794849"/>
            <a:ext cx="8527639" cy="4435864"/>
            <a:chOff x="2230387" y="794849"/>
            <a:chExt cx="8527639" cy="443586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ADDFAF-451A-8AEA-8BE7-D5913FDEC881}"/>
                </a:ext>
              </a:extLst>
            </p:cNvPr>
            <p:cNvCxnSpPr>
              <a:cxnSpLocks/>
            </p:cNvCxnSpPr>
            <p:nvPr/>
          </p:nvCxnSpPr>
          <p:spPr>
            <a:xfrm>
              <a:off x="2613845" y="1257300"/>
              <a:ext cx="0" cy="36385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92040A-2F29-37EF-1E8E-BD7EB2A34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2487561"/>
              <a:ext cx="3170905" cy="2227314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828210D-0266-23B7-796A-4B553229D5BA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1371600"/>
              <a:ext cx="3170905" cy="1115961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BE93083-9EF4-558C-6339-47B04135678A}"/>
                </a:ext>
              </a:extLst>
            </p:cNvPr>
            <p:cNvGrpSpPr/>
            <p:nvPr/>
          </p:nvGrpSpPr>
          <p:grpSpPr>
            <a:xfrm>
              <a:off x="2230387" y="1257300"/>
              <a:ext cx="7911588" cy="3973413"/>
              <a:chOff x="2230387" y="1257300"/>
              <a:chExt cx="7911588" cy="3973413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E0C4D58-8B4B-A13F-C3C8-31BFB8ADE7B6}"/>
                  </a:ext>
                </a:extLst>
              </p:cNvPr>
              <p:cNvGrpSpPr/>
              <p:nvPr/>
            </p:nvGrpSpPr>
            <p:grpSpPr>
              <a:xfrm>
                <a:off x="2230387" y="1257300"/>
                <a:ext cx="7911588" cy="3973413"/>
                <a:chOff x="2230387" y="1257300"/>
                <a:chExt cx="7911588" cy="3973413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417F309B-95CA-3B27-7D21-A9B5303A5D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3896" y="1257300"/>
                  <a:ext cx="0" cy="363855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CE4BE7A3-BD35-4F73-1CEE-5F8C1CA7FF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50595" y="1257300"/>
                  <a:ext cx="0" cy="36385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3BE782F-1B69-514D-E45F-2AFD813644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03896" y="1371600"/>
                  <a:ext cx="3192104" cy="194187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5AC38611-8B36-6847-EFE5-E90F3BBD5E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3896" y="3313471"/>
                  <a:ext cx="3192104" cy="140140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CB1BA96-E71B-7D12-6B53-E709423357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5999" y="2644877"/>
                  <a:ext cx="2954596" cy="206999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20439B5-E581-3176-C7DF-44107EFDF5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5999" y="1371600"/>
                  <a:ext cx="2954596" cy="103901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68C639DC-4C63-4464-859E-08AB2849E614}"/>
                    </a:ext>
                  </a:extLst>
                </p:cNvPr>
                <p:cNvSpPr/>
                <p:nvPr/>
              </p:nvSpPr>
              <p:spPr>
                <a:xfrm>
                  <a:off x="5896583" y="1257300"/>
                  <a:ext cx="398834" cy="36385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4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accent4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accent4">
                        <a:lumMod val="7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CC21362-C26F-28E3-32A3-C1743E2F09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30387" y="4922936"/>
                      <a:ext cx="155349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400" b="1" dirty="0"/>
                        <a:t>Sample at z =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IN" sz="1400" b="1" i="1" dirty="0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</m:oMath>
                      </a14:m>
                      <a:endParaRPr lang="en-IN" sz="1400" b="1" dirty="0"/>
                    </a:p>
                  </p:txBody>
                </p:sp>
              </mc:Choice>
              <mc:Fallback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5CC21362-C26F-28E3-32A3-C1743E2F09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30387" y="4922936"/>
                      <a:ext cx="1553495" cy="3077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176" t="-4000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60FB77B-AA26-18A7-D283-EA69ECBB6424}"/>
                    </a:ext>
                  </a:extLst>
                </p:cNvPr>
                <p:cNvSpPr txBox="1"/>
                <p:nvPr/>
              </p:nvSpPr>
              <p:spPr>
                <a:xfrm>
                  <a:off x="8391833" y="4895850"/>
                  <a:ext cx="175014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/>
                    <a:t>Back focal plane</a:t>
                  </a:r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8FC07-6D36-63B7-473C-4E64AE36AEDD}"/>
                  </a:ext>
                </a:extLst>
              </p:cNvPr>
              <p:cNvSpPr txBox="1"/>
              <p:nvPr/>
            </p:nvSpPr>
            <p:spPr>
              <a:xfrm>
                <a:off x="5444299" y="4922936"/>
                <a:ext cx="15534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Objective lens</a:t>
                </a:r>
              </a:p>
            </p:txBody>
          </p:sp>
        </p:grp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ACE0797F-D27E-D813-F294-127843BB11A6}"/>
                </a:ext>
              </a:extLst>
            </p:cNvPr>
            <p:cNvSpPr/>
            <p:nvPr/>
          </p:nvSpPr>
          <p:spPr>
            <a:xfrm>
              <a:off x="9252145" y="2143432"/>
              <a:ext cx="294957" cy="688258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28FF53-7255-A042-FBA3-8A6F5EB8F88B}"/>
                </a:ext>
              </a:extLst>
            </p:cNvPr>
            <p:cNvSpPr txBox="1"/>
            <p:nvPr/>
          </p:nvSpPr>
          <p:spPr>
            <a:xfrm>
              <a:off x="9578155" y="2143432"/>
              <a:ext cx="11798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Spreading of PSF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3525ACD-ADA8-1D61-2377-8CE328768A91}"/>
                </a:ext>
              </a:extLst>
            </p:cNvPr>
            <p:cNvCxnSpPr>
              <a:cxnSpLocks/>
            </p:cNvCxnSpPr>
            <p:nvPr/>
          </p:nvCxnSpPr>
          <p:spPr>
            <a:xfrm>
              <a:off x="2613845" y="1179872"/>
              <a:ext cx="29005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1F53238-E6FC-3AB0-B5D0-5BA3A2C4BF23}"/>
                    </a:ext>
                  </a:extLst>
                </p:cNvPr>
                <p:cNvSpPr txBox="1"/>
                <p:nvPr/>
              </p:nvSpPr>
              <p:spPr>
                <a:xfrm>
                  <a:off x="2613844" y="794849"/>
                  <a:ext cx="2900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1F53238-E6FC-3AB0-B5D0-5BA3A2C4B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844" y="794849"/>
                  <a:ext cx="290051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340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6184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208A88F-8A63-42B5-B9F5-DF23EA60DC76}"/>
              </a:ext>
            </a:extLst>
          </p:cNvPr>
          <p:cNvGrpSpPr/>
          <p:nvPr/>
        </p:nvGrpSpPr>
        <p:grpSpPr>
          <a:xfrm>
            <a:off x="1314498" y="1042219"/>
            <a:ext cx="8827477" cy="4444181"/>
            <a:chOff x="1314498" y="1042219"/>
            <a:chExt cx="8827477" cy="444418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4438129-3A40-EBED-8F12-2E4E8FF67B5C}"/>
                </a:ext>
              </a:extLst>
            </p:cNvPr>
            <p:cNvGrpSpPr/>
            <p:nvPr/>
          </p:nvGrpSpPr>
          <p:grpSpPr>
            <a:xfrm>
              <a:off x="2200890" y="1257300"/>
              <a:ext cx="7941085" cy="3998042"/>
              <a:chOff x="2200890" y="1257300"/>
              <a:chExt cx="7941085" cy="3998042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1070CDE-50D6-43DC-61C4-38219EAC5C0C}"/>
                  </a:ext>
                </a:extLst>
              </p:cNvPr>
              <p:cNvGrpSpPr/>
              <p:nvPr/>
            </p:nvGrpSpPr>
            <p:grpSpPr>
              <a:xfrm>
                <a:off x="2200890" y="1257300"/>
                <a:ext cx="7941085" cy="3998042"/>
                <a:chOff x="2200890" y="1257300"/>
                <a:chExt cx="7941085" cy="3998042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10673748-FC33-4644-830A-FCD8F88140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3896" y="1257300"/>
                  <a:ext cx="0" cy="36385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4A4D061B-F401-6BF2-D77C-A2E9896F5C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66904" y="1257300"/>
                  <a:ext cx="0" cy="36385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306FAD87-C9DE-56CD-AEAC-91446A4DA6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03896" y="1371600"/>
                  <a:ext cx="3192104" cy="194187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3293F1B5-6CB0-9617-4738-C65407706E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3896" y="3313471"/>
                  <a:ext cx="3192104" cy="140140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6921B95-2A10-EC29-13E6-707F28B389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5999" y="2487561"/>
                  <a:ext cx="3170905" cy="222731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C5DAFEF0-F67E-08B2-435D-140FA8C4D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5999" y="1371600"/>
                  <a:ext cx="3170905" cy="111596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87BE954-ADBE-24F0-81AC-BCCFF594F5F1}"/>
                    </a:ext>
                  </a:extLst>
                </p:cNvPr>
                <p:cNvSpPr txBox="1"/>
                <p:nvPr/>
              </p:nvSpPr>
              <p:spPr>
                <a:xfrm>
                  <a:off x="2200890" y="4947565"/>
                  <a:ext cx="14060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/>
                    <a:t>Object plane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65DBBE3-1CA8-9C44-10D0-AE2EF15D38C3}"/>
                    </a:ext>
                  </a:extLst>
                </p:cNvPr>
                <p:cNvSpPr txBox="1"/>
                <p:nvPr/>
              </p:nvSpPr>
              <p:spPr>
                <a:xfrm>
                  <a:off x="8391833" y="4895850"/>
                  <a:ext cx="175014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/>
                    <a:t>Image plane</a:t>
                  </a:r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6B4135-7E0F-A136-5ECF-D280AA73A561}"/>
                  </a:ext>
                </a:extLst>
              </p:cNvPr>
              <p:cNvSpPr txBox="1"/>
              <p:nvPr/>
            </p:nvSpPr>
            <p:spPr>
              <a:xfrm>
                <a:off x="5319250" y="4937684"/>
                <a:ext cx="15534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/>
                  <a:t>Black Box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57E4ABF-02F5-038C-06E0-A90ABC962360}"/>
                </a:ext>
              </a:extLst>
            </p:cNvPr>
            <p:cNvSpPr/>
            <p:nvPr/>
          </p:nvSpPr>
          <p:spPr>
            <a:xfrm>
              <a:off x="4670323" y="1257300"/>
              <a:ext cx="2846440" cy="369026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A83214-DCDA-41AD-FFF6-E81D40E0319F}"/>
                </a:ext>
              </a:extLst>
            </p:cNvPr>
            <p:cNvCxnSpPr/>
            <p:nvPr/>
          </p:nvCxnSpPr>
          <p:spPr>
            <a:xfrm>
              <a:off x="1799303" y="1320028"/>
              <a:ext cx="0" cy="3638550"/>
            </a:xfrm>
            <a:prstGeom prst="line">
              <a:avLst/>
            </a:prstGeom>
            <a:ln w="92075" cap="rnd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A68F4C-7C88-51ED-C293-2BBA2AB534B4}"/>
                </a:ext>
              </a:extLst>
            </p:cNvPr>
            <p:cNvSpPr txBox="1"/>
            <p:nvPr/>
          </p:nvSpPr>
          <p:spPr>
            <a:xfrm rot="16200000">
              <a:off x="279912" y="2794559"/>
              <a:ext cx="23769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Multi-angled Illumination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0C3C8DD-31B0-E3BA-227B-8138B6EBDD6E}"/>
                </a:ext>
              </a:extLst>
            </p:cNvPr>
            <p:cNvSpPr/>
            <p:nvPr/>
          </p:nvSpPr>
          <p:spPr>
            <a:xfrm>
              <a:off x="2050025" y="1042219"/>
              <a:ext cx="6007509" cy="4444181"/>
            </a:xfrm>
            <a:prstGeom prst="roundRect">
              <a:avLst>
                <a:gd name="adj" fmla="val 10030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3132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Gaurang Garg</dc:creator>
  <cp:lastModifiedBy>Gaurang Garg</cp:lastModifiedBy>
  <cp:revision>1</cp:revision>
  <dcterms:created xsi:type="dcterms:W3CDTF">2026-04-08T13:37:18Z</dcterms:created>
  <dcterms:modified xsi:type="dcterms:W3CDTF">2026-04-09T10:42:39Z</dcterms:modified>
</cp:coreProperties>
</file>