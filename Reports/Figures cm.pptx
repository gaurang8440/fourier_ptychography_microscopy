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DB74B-2F48-4C77-AD3E-0D451E0C7BD1}" v="83" dt="2026-05-08T06:11:05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ng Garg" userId="00bc7cb70cff9d7b" providerId="LiveId" clId="{C20990A0-9EDA-4D26-9A4B-9016A93C20D9}"/>
    <pc:docChg chg="undo custSel addSld modSld">
      <pc:chgData name="Gaurang Garg" userId="00bc7cb70cff9d7b" providerId="LiveId" clId="{C20990A0-9EDA-4D26-9A4B-9016A93C20D9}" dt="2026-05-08T16:41:34.452" v="244" actId="1076"/>
      <pc:docMkLst>
        <pc:docMk/>
      </pc:docMkLst>
      <pc:sldChg chg="addSp modSp mod">
        <pc:chgData name="Gaurang Garg" userId="00bc7cb70cff9d7b" providerId="LiveId" clId="{C20990A0-9EDA-4D26-9A4B-9016A93C20D9}" dt="2026-05-08T05:11:53.730" v="133" actId="1076"/>
        <pc:sldMkLst>
          <pc:docMk/>
          <pc:sldMk cId="3827974855" sldId="262"/>
        </pc:sldMkLst>
        <pc:spChg chg="add 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2" creationId="{7B9C5FA9-CE13-751A-30AB-21E7C94BD884}"/>
          </ac:spMkLst>
        </pc:spChg>
        <pc:spChg chg="add mod">
          <ac:chgData name="Gaurang Garg" userId="00bc7cb70cff9d7b" providerId="LiveId" clId="{C20990A0-9EDA-4D26-9A4B-9016A93C20D9}" dt="2026-05-08T04:52:49.187" v="46" actId="1076"/>
          <ac:spMkLst>
            <pc:docMk/>
            <pc:sldMk cId="3827974855" sldId="262"/>
            <ac:spMk id="4" creationId="{0A58AB94-5253-A50E-31E7-11CF16FD8D0E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10" creationId="{D70B95D0-32A8-0187-6A28-EE05274583E1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11" creationId="{7411EB39-5C94-15C1-7579-8435AD0E8F98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19" creationId="{BDCBFE05-9BC7-734C-203C-434B3839E990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20" creationId="{F75AA730-B1E3-B255-0D6E-DE18DE6070B4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27" creationId="{F06AC5D0-FA82-EB7D-51B5-65B4B50574EA}"/>
          </ac:spMkLst>
        </pc:spChg>
        <pc:spChg chg="mod">
          <ac:chgData name="Gaurang Garg" userId="00bc7cb70cff9d7b" providerId="LiveId" clId="{C20990A0-9EDA-4D26-9A4B-9016A93C20D9}" dt="2026-05-08T04:59:06.861" v="104" actId="1076"/>
          <ac:spMkLst>
            <pc:docMk/>
            <pc:sldMk cId="3827974855" sldId="262"/>
            <ac:spMk id="29" creationId="{0EE17A44-80CD-D224-E96F-792DE68A5175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35" creationId="{89D27294-28F1-55FA-06E2-92CCD1EADA7A}"/>
          </ac:spMkLst>
        </pc:spChg>
        <pc:spChg chg="add 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36" creationId="{0AAE1ADE-E1C0-7357-3D65-4448EA2FF5A7}"/>
          </ac:spMkLst>
        </pc:spChg>
        <pc:spChg chg="add mod">
          <ac:chgData name="Gaurang Garg" userId="00bc7cb70cff9d7b" providerId="LiveId" clId="{C20990A0-9EDA-4D26-9A4B-9016A93C20D9}" dt="2026-05-08T04:53:04.348" v="50" actId="1076"/>
          <ac:spMkLst>
            <pc:docMk/>
            <pc:sldMk cId="3827974855" sldId="262"/>
            <ac:spMk id="37" creationId="{D218CD74-7F41-4C80-84FC-1DE3C6A8E93B}"/>
          </ac:spMkLst>
        </pc:spChg>
        <pc:spChg chg="add 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39" creationId="{AB7BCD2E-EC69-2D9C-65F2-1BA5884CF551}"/>
          </ac:spMkLst>
        </pc:spChg>
        <pc:spChg chg="mod">
          <ac:chgData name="Gaurang Garg" userId="00bc7cb70cff9d7b" providerId="LiveId" clId="{C20990A0-9EDA-4D26-9A4B-9016A93C20D9}" dt="2026-05-08T04:56:56.493" v="84" actId="1076"/>
          <ac:spMkLst>
            <pc:docMk/>
            <pc:sldMk cId="3827974855" sldId="262"/>
            <ac:spMk id="40" creationId="{59457C0C-2A9C-3675-9E5B-0687C30993C7}"/>
          </ac:spMkLst>
        </pc:spChg>
        <pc:spChg chg="mod">
          <ac:chgData name="Gaurang Garg" userId="00bc7cb70cff9d7b" providerId="LiveId" clId="{C20990A0-9EDA-4D26-9A4B-9016A93C20D9}" dt="2026-05-08T04:59:16.881" v="105" actId="14100"/>
          <ac:spMkLst>
            <pc:docMk/>
            <pc:sldMk cId="3827974855" sldId="262"/>
            <ac:spMk id="41" creationId="{FDEC4001-A9AF-5BCF-8A11-9D7B80DE1886}"/>
          </ac:spMkLst>
        </pc:spChg>
        <pc:spChg chg="mod">
          <ac:chgData name="Gaurang Garg" userId="00bc7cb70cff9d7b" providerId="LiveId" clId="{C20990A0-9EDA-4D26-9A4B-9016A93C20D9}" dt="2026-05-08T04:48:01.845" v="0" actId="20577"/>
          <ac:spMkLst>
            <pc:docMk/>
            <pc:sldMk cId="3827974855" sldId="262"/>
            <ac:spMk id="48" creationId="{082E28A2-7DDE-6B78-9394-6ACB052B1B96}"/>
          </ac:spMkLst>
        </pc:spChg>
        <pc:spChg chg="add mod">
          <ac:chgData name="Gaurang Garg" userId="00bc7cb70cff9d7b" providerId="LiveId" clId="{C20990A0-9EDA-4D26-9A4B-9016A93C20D9}" dt="2026-05-08T04:54:33.880" v="60" actId="1076"/>
          <ac:spMkLst>
            <pc:docMk/>
            <pc:sldMk cId="3827974855" sldId="262"/>
            <ac:spMk id="49" creationId="{33760F9C-9185-7270-C3B9-579A39914CDA}"/>
          </ac:spMkLst>
        </pc:spChg>
        <pc:spChg chg="add mod">
          <ac:chgData name="Gaurang Garg" userId="00bc7cb70cff9d7b" providerId="LiveId" clId="{C20990A0-9EDA-4D26-9A4B-9016A93C20D9}" dt="2026-05-08T05:11:20.833" v="130" actId="113"/>
          <ac:spMkLst>
            <pc:docMk/>
            <pc:sldMk cId="3827974855" sldId="262"/>
            <ac:spMk id="51" creationId="{33EFCFCC-006B-2490-3115-F6310795C30D}"/>
          </ac:spMkLst>
        </pc:spChg>
        <pc:spChg chg="add mod">
          <ac:chgData name="Gaurang Garg" userId="00bc7cb70cff9d7b" providerId="LiveId" clId="{C20990A0-9EDA-4D26-9A4B-9016A93C20D9}" dt="2026-05-08T05:11:53.730" v="133" actId="1076"/>
          <ac:spMkLst>
            <pc:docMk/>
            <pc:sldMk cId="3827974855" sldId="262"/>
            <ac:spMk id="52" creationId="{8A65C595-EF0A-A9C9-23DA-E6ED6FD1B438}"/>
          </ac:spMkLst>
        </pc:spChg>
        <pc:spChg chg="add mod">
          <ac:chgData name="Gaurang Garg" userId="00bc7cb70cff9d7b" providerId="LiveId" clId="{C20990A0-9EDA-4D26-9A4B-9016A93C20D9}" dt="2026-05-08T05:11:20.833" v="130" actId="113"/>
          <ac:spMkLst>
            <pc:docMk/>
            <pc:sldMk cId="3827974855" sldId="262"/>
            <ac:spMk id="53" creationId="{083DC1A5-7898-9732-E7D7-54ED03EA1977}"/>
          </ac:spMkLst>
        </pc:spChg>
        <pc:spChg chg="add mod">
          <ac:chgData name="Gaurang Garg" userId="00bc7cb70cff9d7b" providerId="LiveId" clId="{C20990A0-9EDA-4D26-9A4B-9016A93C20D9}" dt="2026-05-08T04:58:09.855" v="101" actId="1076"/>
          <ac:spMkLst>
            <pc:docMk/>
            <pc:sldMk cId="3827974855" sldId="262"/>
            <ac:spMk id="56" creationId="{9B78EEDC-0395-FD32-BBF7-5F00C61D7E5F}"/>
          </ac:spMkLst>
        </pc:spChg>
        <pc:spChg chg="mod">
          <ac:chgData name="Gaurang Garg" userId="00bc7cb70cff9d7b" providerId="LiveId" clId="{C20990A0-9EDA-4D26-9A4B-9016A93C20D9}" dt="2026-05-08T05:11:00.638" v="126" actId="113"/>
          <ac:spMkLst>
            <pc:docMk/>
            <pc:sldMk cId="3827974855" sldId="262"/>
            <ac:spMk id="63" creationId="{419DAAB2-3D1B-4CBB-17A8-36B72F4F5CCC}"/>
          </ac:spMkLst>
        </pc:spChg>
        <pc:spChg chg="mod">
          <ac:chgData name="Gaurang Garg" userId="00bc7cb70cff9d7b" providerId="LiveId" clId="{C20990A0-9EDA-4D26-9A4B-9016A93C20D9}" dt="2026-05-08T05:11:03.735" v="127" actId="113"/>
          <ac:spMkLst>
            <pc:docMk/>
            <pc:sldMk cId="3827974855" sldId="262"/>
            <ac:spMk id="65" creationId="{0FCB2047-E2A3-9B48-C680-8C7AC661CEBD}"/>
          </ac:spMkLst>
        </pc:spChg>
        <pc:spChg chg="mod">
          <ac:chgData name="Gaurang Garg" userId="00bc7cb70cff9d7b" providerId="LiveId" clId="{C20990A0-9EDA-4D26-9A4B-9016A93C20D9}" dt="2026-05-08T05:11:11.358" v="129" actId="113"/>
          <ac:spMkLst>
            <pc:docMk/>
            <pc:sldMk cId="3827974855" sldId="262"/>
            <ac:spMk id="66" creationId="{776303E8-D707-04AF-AE00-EC33FF92E149}"/>
          </ac:spMkLst>
        </pc:spChg>
        <pc:spChg chg="mod">
          <ac:chgData name="Gaurang Garg" userId="00bc7cb70cff9d7b" providerId="LiveId" clId="{C20990A0-9EDA-4D26-9A4B-9016A93C20D9}" dt="2026-05-08T05:11:20.833" v="130" actId="113"/>
          <ac:spMkLst>
            <pc:docMk/>
            <pc:sldMk cId="3827974855" sldId="262"/>
            <ac:spMk id="67" creationId="{F0757918-992F-214E-0CF0-FEF8C2BB3E71}"/>
          </ac:spMkLst>
        </pc:spChg>
        <pc:spChg chg="mod">
          <ac:chgData name="Gaurang Garg" userId="00bc7cb70cff9d7b" providerId="LiveId" clId="{C20990A0-9EDA-4D26-9A4B-9016A93C20D9}" dt="2026-05-08T05:03:51.796" v="125" actId="164"/>
          <ac:spMkLst>
            <pc:docMk/>
            <pc:sldMk cId="3827974855" sldId="262"/>
            <ac:spMk id="68" creationId="{B5B16A17-C694-4454-5AD4-A6451EE01587}"/>
          </ac:spMkLst>
        </pc:spChg>
        <pc:spChg chg="add mod">
          <ac:chgData name="Gaurang Garg" userId="00bc7cb70cff9d7b" providerId="LiveId" clId="{C20990A0-9EDA-4D26-9A4B-9016A93C20D9}" dt="2026-05-08T05:00:39.001" v="112" actId="14861"/>
          <ac:spMkLst>
            <pc:docMk/>
            <pc:sldMk cId="3827974855" sldId="262"/>
            <ac:spMk id="69" creationId="{9861D754-0ABA-53C3-815A-8402B89B2EEE}"/>
          </ac:spMkLst>
        </pc:spChg>
        <pc:spChg chg="mod">
          <ac:chgData name="Gaurang Garg" userId="00bc7cb70cff9d7b" providerId="LiveId" clId="{C20990A0-9EDA-4D26-9A4B-9016A93C20D9}" dt="2026-05-08T05:11:20.833" v="130" actId="113"/>
          <ac:spMkLst>
            <pc:docMk/>
            <pc:sldMk cId="3827974855" sldId="262"/>
            <ac:spMk id="71" creationId="{948452EC-908D-8AFB-C621-AA8A97011691}"/>
          </ac:spMkLst>
        </pc:spChg>
        <pc:spChg chg="add mod">
          <ac:chgData name="Gaurang Garg" userId="00bc7cb70cff9d7b" providerId="LiveId" clId="{C20990A0-9EDA-4D26-9A4B-9016A93C20D9}" dt="2026-05-08T05:03:36.649" v="124" actId="1076"/>
          <ac:spMkLst>
            <pc:docMk/>
            <pc:sldMk cId="3827974855" sldId="262"/>
            <ac:spMk id="73" creationId="{DEA47BF7-D288-74B7-3D3E-78A217E56DD5}"/>
          </ac:spMkLst>
        </pc:spChg>
        <pc:spChg chg="mod">
          <ac:chgData name="Gaurang Garg" userId="00bc7cb70cff9d7b" providerId="LiveId" clId="{C20990A0-9EDA-4D26-9A4B-9016A93C20D9}" dt="2026-05-08T05:11:20.833" v="130" actId="113"/>
          <ac:spMkLst>
            <pc:docMk/>
            <pc:sldMk cId="3827974855" sldId="262"/>
            <ac:spMk id="74" creationId="{6C77F1A5-4FB8-C6E4-2A4B-E7EE81BC025B}"/>
          </ac:spMkLst>
        </pc:spChg>
        <pc:spChg chg="mod">
          <ac:chgData name="Gaurang Garg" userId="00bc7cb70cff9d7b" providerId="LiveId" clId="{C20990A0-9EDA-4D26-9A4B-9016A93C20D9}" dt="2026-05-08T05:11:06.599" v="128" actId="113"/>
          <ac:spMkLst>
            <pc:docMk/>
            <pc:sldMk cId="3827974855" sldId="262"/>
            <ac:spMk id="75" creationId="{224AD1DE-D7B8-EB63-3EEF-F5EF815D9665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77" creationId="{0452AD81-CCFA-F8B5-D52C-E7CC4D8034F8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79" creationId="{436C2BC9-8FE5-0C5B-0603-3B0601315283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82" creationId="{3DDDA4B5-4512-D525-107A-FBBFB14FF4AB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84" creationId="{7767490A-D65E-B722-A4F0-8DF35344CE13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86" creationId="{6772CA92-110B-688F-D4A1-C4D944BC51AC}"/>
          </ac:spMkLst>
        </pc:spChg>
        <pc:spChg chg="mod">
          <ac:chgData name="Gaurang Garg" userId="00bc7cb70cff9d7b" providerId="LiveId" clId="{C20990A0-9EDA-4D26-9A4B-9016A93C20D9}" dt="2026-05-08T05:11:37.542" v="131" actId="113"/>
          <ac:spMkLst>
            <pc:docMk/>
            <pc:sldMk cId="3827974855" sldId="262"/>
            <ac:spMk id="87" creationId="{C0C4C8AE-385F-AE39-D602-E889F091B62D}"/>
          </ac:spMkLst>
        </pc:spChg>
      </pc:sldChg>
      <pc:sldChg chg="addSp delSp modSp new mod">
        <pc:chgData name="Gaurang Garg" userId="00bc7cb70cff9d7b" providerId="LiveId" clId="{C20990A0-9EDA-4D26-9A4B-9016A93C20D9}" dt="2026-05-08T05:57:44.407" v="221" actId="164"/>
        <pc:sldMkLst>
          <pc:docMk/>
          <pc:sldMk cId="1139306727" sldId="263"/>
        </pc:sldMkLst>
        <pc:spChg chg="mod">
          <ac:chgData name="Gaurang Garg" userId="00bc7cb70cff9d7b" providerId="LiveId" clId="{C20990A0-9EDA-4D26-9A4B-9016A93C20D9}" dt="2026-05-08T05:56:24.615" v="171" actId="1076"/>
          <ac:spMkLst>
            <pc:docMk/>
            <pc:sldMk cId="1139306727" sldId="263"/>
            <ac:spMk id="5" creationId="{ABF93C7E-2819-6724-CCBA-77DE0F4D14C3}"/>
          </ac:spMkLst>
        </pc:spChg>
        <pc:spChg chg="mod">
          <ac:chgData name="Gaurang Garg" userId="00bc7cb70cff9d7b" providerId="LiveId" clId="{C20990A0-9EDA-4D26-9A4B-9016A93C20D9}" dt="2026-05-08T05:56:20.180" v="170" actId="1076"/>
          <ac:spMkLst>
            <pc:docMk/>
            <pc:sldMk cId="1139306727" sldId="263"/>
            <ac:spMk id="6" creationId="{0CD18A97-94CE-5CE8-E3D4-CA72C51D00F0}"/>
          </ac:spMkLst>
        </pc:spChg>
        <pc:spChg chg="mod topLvl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7" creationId="{E79FE293-19CE-630A-79D5-40EE49DCF06C}"/>
          </ac:spMkLst>
        </pc:spChg>
        <pc:spChg chg="mod topLvl">
          <ac:chgData name="Gaurang Garg" userId="00bc7cb70cff9d7b" providerId="LiveId" clId="{C20990A0-9EDA-4D26-9A4B-9016A93C20D9}" dt="2026-05-08T05:54:06.725" v="146" actId="1076"/>
          <ac:spMkLst>
            <pc:docMk/>
            <pc:sldMk cId="1139306727" sldId="263"/>
            <ac:spMk id="9" creationId="{30053469-DEDB-145D-D8DA-F041386DD1B3}"/>
          </ac:spMkLst>
        </pc:spChg>
        <pc:spChg chg="mod">
          <ac:chgData name="Gaurang Garg" userId="00bc7cb70cff9d7b" providerId="LiveId" clId="{C20990A0-9EDA-4D26-9A4B-9016A93C20D9}" dt="2026-05-08T05:54:06.725" v="146" actId="1076"/>
          <ac:spMkLst>
            <pc:docMk/>
            <pc:sldMk cId="1139306727" sldId="263"/>
            <ac:spMk id="10" creationId="{65E1302A-8C0E-FA8A-8A06-1C613D1C54CE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14" creationId="{B6D69F97-0633-0ADA-B228-13419653E983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15" creationId="{6F7D7C5E-C6CB-C2D9-87EF-80D6CD973BE4}"/>
          </ac:spMkLst>
        </pc:spChg>
        <pc:spChg chg="mod topLvl">
          <ac:chgData name="Gaurang Garg" userId="00bc7cb70cff9d7b" providerId="LiveId" clId="{C20990A0-9EDA-4D26-9A4B-9016A93C20D9}" dt="2026-05-08T05:53:39.023" v="138" actId="165"/>
          <ac:spMkLst>
            <pc:docMk/>
            <pc:sldMk cId="1139306727" sldId="263"/>
            <ac:spMk id="18" creationId="{DB4E0C28-D004-F800-1DF0-D9B061ECC26D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19" creationId="{9A313A78-2298-AA2D-F475-D4DF0DC37D47}"/>
          </ac:spMkLst>
        </pc:spChg>
        <pc:spChg chg="mod topLvl">
          <ac:chgData name="Gaurang Garg" userId="00bc7cb70cff9d7b" providerId="LiveId" clId="{C20990A0-9EDA-4D26-9A4B-9016A93C20D9}" dt="2026-05-08T05:53:39.023" v="138" actId="165"/>
          <ac:spMkLst>
            <pc:docMk/>
            <pc:sldMk cId="1139306727" sldId="263"/>
            <ac:spMk id="20" creationId="{B33885E7-1774-9142-3C5C-EB2B2697DD17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21" creationId="{6832ED91-20D8-DDCD-21D3-1B976D6611C5}"/>
          </ac:spMkLst>
        </pc:spChg>
        <pc:spChg chg="mod">
          <ac:chgData name="Gaurang Garg" userId="00bc7cb70cff9d7b" providerId="LiveId" clId="{C20990A0-9EDA-4D26-9A4B-9016A93C20D9}" dt="2026-05-08T05:54:06.725" v="146" actId="1076"/>
          <ac:spMkLst>
            <pc:docMk/>
            <pc:sldMk cId="1139306727" sldId="263"/>
            <ac:spMk id="24" creationId="{B531D570-1F9C-3668-4211-282C9D5338E1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26" creationId="{DE683614-3311-ADF0-2681-581E16E702F3}"/>
          </ac:spMkLst>
        </pc:spChg>
        <pc:spChg chg="mod">
          <ac:chgData name="Gaurang Garg" userId="00bc7cb70cff9d7b" providerId="LiveId" clId="{C20990A0-9EDA-4D26-9A4B-9016A93C20D9}" dt="2026-05-08T05:54:06.725" v="146" actId="1076"/>
          <ac:spMkLst>
            <pc:docMk/>
            <pc:sldMk cId="1139306727" sldId="263"/>
            <ac:spMk id="30" creationId="{2FF4E49C-FA53-8075-AD74-2597D14F3994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32" creationId="{7FDCEEAC-F384-FEFC-5D03-FE4846B473DF}"/>
          </ac:spMkLst>
        </pc:spChg>
        <pc:spChg chg="mod topLvl">
          <ac:chgData name="Gaurang Garg" userId="00bc7cb70cff9d7b" providerId="LiveId" clId="{C20990A0-9EDA-4D26-9A4B-9016A93C20D9}" dt="2026-05-08T05:54:27.709" v="150" actId="14100"/>
          <ac:spMkLst>
            <pc:docMk/>
            <pc:sldMk cId="1139306727" sldId="263"/>
            <ac:spMk id="33" creationId="{6AF5AA1C-873F-2D53-6EAF-82BFD4C4A202}"/>
          </ac:spMkLst>
        </pc:spChg>
        <pc:spChg chg="del mod topLvl">
          <ac:chgData name="Gaurang Garg" userId="00bc7cb70cff9d7b" providerId="LiveId" clId="{C20990A0-9EDA-4D26-9A4B-9016A93C20D9}" dt="2026-05-08T05:53:47.412" v="140" actId="478"/>
          <ac:spMkLst>
            <pc:docMk/>
            <pc:sldMk cId="1139306727" sldId="263"/>
            <ac:spMk id="34" creationId="{0FC85555-6579-CA55-4D2A-9FB4C863CACC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35" creationId="{BB10CD1B-95F8-76BB-EF96-9C706E8015B4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37" creationId="{3692583F-DF62-7292-639A-3070FFEB713D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38" creationId="{AE3780C4-F401-3D16-CC5C-1F392BB14FC3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42" creationId="{4E76C7E2-A988-7984-B88A-734BD0568C0C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46" creationId="{52F9B8A2-99E0-4172-A458-B74F38DA1F47}"/>
          </ac:spMkLst>
        </pc:spChg>
        <pc:spChg chg="mod topLvl">
          <ac:chgData name="Gaurang Garg" userId="00bc7cb70cff9d7b" providerId="LiveId" clId="{C20990A0-9EDA-4D26-9A4B-9016A93C20D9}" dt="2026-05-08T05:57:24.876" v="219" actId="20577"/>
          <ac:spMkLst>
            <pc:docMk/>
            <pc:sldMk cId="1139306727" sldId="263"/>
            <ac:spMk id="55" creationId="{64FBE7E8-A8FD-7799-8745-E1E49AED8478}"/>
          </ac:spMkLst>
        </pc:spChg>
        <pc:spChg chg="mod topLvl">
          <ac:chgData name="Gaurang Garg" userId="00bc7cb70cff9d7b" providerId="LiveId" clId="{C20990A0-9EDA-4D26-9A4B-9016A93C20D9}" dt="2026-05-08T05:53:39.023" v="138" actId="165"/>
          <ac:spMkLst>
            <pc:docMk/>
            <pc:sldMk cId="1139306727" sldId="263"/>
            <ac:spMk id="56" creationId="{46601AD1-73FE-26C7-4CDA-C707F772FC45}"/>
          </ac:spMkLst>
        </pc:spChg>
        <pc:spChg chg="mod">
          <ac:chgData name="Gaurang Garg" userId="00bc7cb70cff9d7b" providerId="LiveId" clId="{C20990A0-9EDA-4D26-9A4B-9016A93C20D9}" dt="2026-05-08T05:57:15.503" v="208" actId="1076"/>
          <ac:spMkLst>
            <pc:docMk/>
            <pc:sldMk cId="1139306727" sldId="263"/>
            <ac:spMk id="57" creationId="{5927B1B1-5B8F-4F49-9C77-778FE8C0C2D1}"/>
          </ac:spMkLst>
        </pc:spChg>
        <pc:spChg chg="del">
          <ac:chgData name="Gaurang Garg" userId="00bc7cb70cff9d7b" providerId="LiveId" clId="{C20990A0-9EDA-4D26-9A4B-9016A93C20D9}" dt="2026-05-08T05:57:35.548" v="220" actId="478"/>
          <ac:spMkLst>
            <pc:docMk/>
            <pc:sldMk cId="1139306727" sldId="263"/>
            <ac:spMk id="58" creationId="{EE0A058C-6C7C-C6BA-F6EA-BF66BABDDD5F}"/>
          </ac:spMkLst>
        </pc:spChg>
        <pc:spChg chg="del">
          <ac:chgData name="Gaurang Garg" userId="00bc7cb70cff9d7b" providerId="LiveId" clId="{C20990A0-9EDA-4D26-9A4B-9016A93C20D9}" dt="2026-05-08T05:56:52.908" v="173" actId="478"/>
          <ac:spMkLst>
            <pc:docMk/>
            <pc:sldMk cId="1139306727" sldId="263"/>
            <ac:spMk id="59" creationId="{A8E1AAAC-5B1F-CD2B-DC87-1E6DFD667674}"/>
          </ac:spMkLst>
        </pc:spChg>
        <pc:spChg chg="del mod">
          <ac:chgData name="Gaurang Garg" userId="00bc7cb70cff9d7b" providerId="LiveId" clId="{C20990A0-9EDA-4D26-9A4B-9016A93C20D9}" dt="2026-05-08T05:56:51.005" v="172" actId="478"/>
          <ac:spMkLst>
            <pc:docMk/>
            <pc:sldMk cId="1139306727" sldId="263"/>
            <ac:spMk id="60" creationId="{32FCFC75-B547-9836-61AF-002708A89E79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62" creationId="{CC8511C1-6164-1507-A364-03E0A5BE22FE}"/>
          </ac:spMkLst>
        </pc:spChg>
        <pc:spChg chg="mod">
          <ac:chgData name="Gaurang Garg" userId="00bc7cb70cff9d7b" providerId="LiveId" clId="{C20990A0-9EDA-4D26-9A4B-9016A93C20D9}" dt="2026-05-08T05:57:44.407" v="221" actId="164"/>
          <ac:spMkLst>
            <pc:docMk/>
            <pc:sldMk cId="1139306727" sldId="263"/>
            <ac:spMk id="64" creationId="{48384A65-F0C0-B3B2-3D26-4939506D2BB0}"/>
          </ac:spMkLst>
        </pc:spChg>
        <pc:spChg chg="add del">
          <ac:chgData name="Gaurang Garg" userId="00bc7cb70cff9d7b" providerId="LiveId" clId="{C20990A0-9EDA-4D26-9A4B-9016A93C20D9}" dt="2026-05-08T05:53:59.610" v="145" actId="478"/>
          <ac:spMkLst>
            <pc:docMk/>
            <pc:sldMk cId="1139306727" sldId="263"/>
            <ac:spMk id="65" creationId="{016E6FB8-1070-1F6D-BF3E-7441342C1992}"/>
          </ac:spMkLst>
        </pc:spChg>
        <pc:spChg chg="del">
          <ac:chgData name="Gaurang Garg" userId="00bc7cb70cff9d7b" providerId="LiveId" clId="{C20990A0-9EDA-4D26-9A4B-9016A93C20D9}" dt="2026-05-08T05:55:11.298" v="155" actId="478"/>
          <ac:spMkLst>
            <pc:docMk/>
            <pc:sldMk cId="1139306727" sldId="263"/>
            <ac:spMk id="66" creationId="{09E94744-9E8B-9775-1A8E-236A5950674F}"/>
          </ac:spMkLst>
        </pc:spChg>
        <pc:spChg chg="del mod topLv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72" creationId="{2CBA2B65-D86C-0995-15DC-BF4914EB8B23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73" creationId="{4B7B100F-A418-207B-046F-E1533F260149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74" creationId="{691604A3-F2C3-7160-36AE-50BF8C3D333F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76" creationId="{D2818ACB-634B-1B52-50D6-41EE83E3EBE3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79" creationId="{84573FB2-A387-356D-2FB6-54189CEA68FC}"/>
          </ac:spMkLst>
        </pc:spChg>
        <pc:spChg chg="del">
          <ac:chgData name="Gaurang Garg" userId="00bc7cb70cff9d7b" providerId="LiveId" clId="{C20990A0-9EDA-4D26-9A4B-9016A93C20D9}" dt="2026-05-08T05:53:49.142" v="141" actId="478"/>
          <ac:spMkLst>
            <pc:docMk/>
            <pc:sldMk cId="1139306727" sldId="263"/>
            <ac:spMk id="80" creationId="{B72B3D2D-B76B-E5A5-5922-7954107B89DC}"/>
          </ac:spMkLst>
        </pc:spChg>
        <pc:spChg chg="del">
          <ac:chgData name="Gaurang Garg" userId="00bc7cb70cff9d7b" providerId="LiveId" clId="{C20990A0-9EDA-4D26-9A4B-9016A93C20D9}" dt="2026-05-08T05:55:08.935" v="153" actId="478"/>
          <ac:spMkLst>
            <pc:docMk/>
            <pc:sldMk cId="1139306727" sldId="263"/>
            <ac:spMk id="81" creationId="{CB1F0BD0-6442-7402-980E-0C0C7B591C19}"/>
          </ac:spMkLst>
        </pc:spChg>
        <pc:spChg chg="del">
          <ac:chgData name="Gaurang Garg" userId="00bc7cb70cff9d7b" providerId="LiveId" clId="{C20990A0-9EDA-4D26-9A4B-9016A93C20D9}" dt="2026-05-08T05:53:52.350" v="142" actId="478"/>
          <ac:spMkLst>
            <pc:docMk/>
            <pc:sldMk cId="1139306727" sldId="263"/>
            <ac:spMk id="82" creationId="{9CE44F93-F829-DB23-93CF-63CEEA5AE191}"/>
          </ac:spMkLst>
        </pc:spChg>
        <pc:spChg chg="del">
          <ac:chgData name="Gaurang Garg" userId="00bc7cb70cff9d7b" providerId="LiveId" clId="{C20990A0-9EDA-4D26-9A4B-9016A93C20D9}" dt="2026-05-08T05:55:09.878" v="154" actId="478"/>
          <ac:spMkLst>
            <pc:docMk/>
            <pc:sldMk cId="1139306727" sldId="263"/>
            <ac:spMk id="83" creationId="{C37B5897-B40D-9DAC-4908-7100B267D2E2}"/>
          </ac:spMkLst>
        </pc:spChg>
        <pc:spChg chg="mod topLvl">
          <ac:chgData name="Gaurang Garg" userId="00bc7cb70cff9d7b" providerId="LiveId" clId="{C20990A0-9EDA-4D26-9A4B-9016A93C20D9}" dt="2026-05-08T05:53:39.023" v="138" actId="165"/>
          <ac:spMkLst>
            <pc:docMk/>
            <pc:sldMk cId="1139306727" sldId="263"/>
            <ac:spMk id="84" creationId="{A12B9D45-5AB2-886C-7F20-A29D7B7D3564}"/>
          </ac:spMkLst>
        </pc:spChg>
        <pc:spChg chg="del">
          <ac:chgData name="Gaurang Garg" userId="00bc7cb70cff9d7b" providerId="LiveId" clId="{C20990A0-9EDA-4D26-9A4B-9016A93C20D9}" dt="2026-05-08T05:53:46.204" v="139" actId="478"/>
          <ac:spMkLst>
            <pc:docMk/>
            <pc:sldMk cId="1139306727" sldId="263"/>
            <ac:spMk id="85" creationId="{F409C88C-48B7-A36E-DA51-A21E771746FE}"/>
          </ac:spMkLst>
        </pc:spChg>
        <pc:spChg chg="add mod">
          <ac:chgData name="Gaurang Garg" userId="00bc7cb70cff9d7b" providerId="LiveId" clId="{C20990A0-9EDA-4D26-9A4B-9016A93C20D9}" dt="2026-05-08T05:56:17.589" v="169" actId="1076"/>
          <ac:spMkLst>
            <pc:docMk/>
            <pc:sldMk cId="1139306727" sldId="263"/>
            <ac:spMk id="86" creationId="{FB9EC278-2629-3E26-5CF5-CFC1C735AB4C}"/>
          </ac:spMkLst>
        </pc:spChg>
        <pc:picChg chg="add del">
          <ac:chgData name="Gaurang Garg" userId="00bc7cb70cff9d7b" providerId="LiveId" clId="{C20990A0-9EDA-4D26-9A4B-9016A93C20D9}" dt="2026-05-08T05:53:19.393" v="136" actId="478"/>
          <ac:picMkLst>
            <pc:docMk/>
            <pc:sldMk cId="1139306727" sldId="263"/>
            <ac:picMk id="3" creationId="{EA2817F9-18AC-2674-4C93-AE97D3648D96}"/>
          </ac:picMkLst>
        </pc:picChg>
      </pc:sldChg>
      <pc:sldChg chg="addSp modSp new mod">
        <pc:chgData name="Gaurang Garg" userId="00bc7cb70cff9d7b" providerId="LiveId" clId="{C20990A0-9EDA-4D26-9A4B-9016A93C20D9}" dt="2026-05-08T16:41:34.452" v="244" actId="1076"/>
        <pc:sldMkLst>
          <pc:docMk/>
          <pc:sldMk cId="252297573" sldId="264"/>
        </pc:sldMkLst>
        <pc:spChg chg="add mod">
          <ac:chgData name="Gaurang Garg" userId="00bc7cb70cff9d7b" providerId="LiveId" clId="{C20990A0-9EDA-4D26-9A4B-9016A93C20D9}" dt="2026-05-08T06:11:05.812" v="243" actId="164"/>
          <ac:spMkLst>
            <pc:docMk/>
            <pc:sldMk cId="252297573" sldId="264"/>
            <ac:spMk id="3" creationId="{C7491706-83EE-BA08-88D9-9FF09D0442C2}"/>
          </ac:spMkLst>
        </pc:spChg>
        <pc:spChg chg="add mod">
          <ac:chgData name="Gaurang Garg" userId="00bc7cb70cff9d7b" providerId="LiveId" clId="{C20990A0-9EDA-4D26-9A4B-9016A93C20D9}" dt="2026-05-08T06:11:05.812" v="243" actId="164"/>
          <ac:spMkLst>
            <pc:docMk/>
            <pc:sldMk cId="252297573" sldId="264"/>
            <ac:spMk id="4" creationId="{DA851FE1-995E-AAC5-8206-EEEF93D0B716}"/>
          </ac:spMkLst>
        </pc:spChg>
        <pc:grpChg chg="add mod">
          <ac:chgData name="Gaurang Garg" userId="00bc7cb70cff9d7b" providerId="LiveId" clId="{C20990A0-9EDA-4D26-9A4B-9016A93C20D9}" dt="2026-05-08T16:41:34.452" v="244" actId="1076"/>
          <ac:grpSpMkLst>
            <pc:docMk/>
            <pc:sldMk cId="252297573" sldId="264"/>
            <ac:grpSpMk id="5" creationId="{0B1D7D5A-7CDD-D737-8894-1B33DB4F7090}"/>
          </ac:grpSpMkLst>
        </pc:grpChg>
        <pc:picChg chg="add mod modCrop">
          <ac:chgData name="Gaurang Garg" userId="00bc7cb70cff9d7b" providerId="LiveId" clId="{C20990A0-9EDA-4D26-9A4B-9016A93C20D9}" dt="2026-05-08T06:11:05.812" v="243" actId="164"/>
          <ac:picMkLst>
            <pc:docMk/>
            <pc:sldMk cId="252297573" sldId="264"/>
            <ac:picMk id="2" creationId="{9A1CBDF4-B97F-E785-B98C-4C23982217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85BA-4729-2CEB-7850-39EF3A012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C232B-3EAA-82E0-9E49-423B2387B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BA326-C04C-196B-EC49-7691B252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FF88-77A7-B927-8968-AFC21AF8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D0BA-ABA4-CDFB-C3F9-B589CB88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4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63E0-F841-F0C4-D0DF-06062198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01EFF-4AEC-2F90-C835-DB4270EC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063B-15FC-9F02-5AFC-948DF233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C3C84-6F0B-0CF0-3164-771C888C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38E74-46B1-AF00-D082-576732C0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4DF2-0EEE-BC56-2C8A-83016A76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CA1A6-A1AC-87EB-AD2D-3CE33733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4356-864A-E430-F3FB-7B81DAE2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CDB0B-D616-2241-2EB0-CD408924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675F-A560-C58B-42AF-20DBF38B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11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B5DB-99A9-06EA-1786-4A5ECDE0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E8E4-A6B7-B965-5508-A36F5AE73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4E4B-1891-445E-4CB4-C0A05ECCA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475F4-0F86-D7C7-9057-9FC97ED1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8E76A-8575-71A7-27F3-75AB0257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FA9C7-D946-7055-E608-AB6959391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858B-DD27-FE1A-C123-D10AE04E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DAE2D-5BDA-6124-1FFF-8F53AAC0C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2049D-69CE-B4E5-C017-30F25EDFB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39500-BD81-B15D-CE6D-E7BE4EADE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240BC-E8F0-0181-BB9A-1C679D834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9EA2E-7787-B6A8-7A0B-1CFE7938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26529-7E6F-1B17-2379-0FB117C1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30C11-B922-6FCA-6C2D-7ACEE21F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67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3CE0-76CF-E7BA-F016-CE45C3C5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90B94-F32A-E921-6618-6433307D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2E15A-2B82-D3B6-F1C7-73562C5D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69F59-43FF-2B47-F0C7-916D1256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4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761B9-2462-D03B-C07C-298B37CF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0F31D-78F8-3612-8AD8-22B42D74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35735-C3B7-EF9F-8677-BCFB1C94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0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3E0B-FFBC-2238-C14C-4E1D57E3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5287-1413-10C0-6758-413A990F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3C00A-E1D1-A1A8-DB7C-7C472A53C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95E24-B424-7B70-5286-EE946473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CF93E-D103-0E64-9D89-18087234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09ED8-4575-3A03-9578-735B6AB0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27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0555-A697-D4DE-0611-907986B7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E8351-314A-D994-68AA-9B195E39E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D175F-1C90-B779-CE1D-7D080068A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C0B11-B661-E639-C82E-447949F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2168D-9CB8-A4DE-2297-A9936A7F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43195-E069-B576-F81D-47240C74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17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3E17-C997-D038-1174-6154A129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44B44-56CC-6EEE-84BC-AB65E5416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52A59-AB18-63B2-6C8B-FD2A5772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4DCE-5A05-63A7-E617-EB53E5DB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CFE2F-E060-6F78-184E-FB6732BC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2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C5327-F956-9DC8-040F-A34AFFD03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1E752-08B9-31DE-77A3-2CBCDD254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6D1BA-C475-8E0D-81BF-618BDA8A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F7218-EFD9-1AA6-B445-13603975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CD2DC-808B-C75C-97AB-DF834BFF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53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5DCE3-C5FA-171C-F105-C2A44EC3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F2892-3FE0-1544-BD2B-752E9D40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E30BA-2690-6274-7A33-DE9DD7AB8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8FDD2-14B5-4382-8C86-030321F77BE4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8AD49-B2CA-FC48-E145-848D2B475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2D6D8-9C8F-359A-0FCC-CE9CBA633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90DCE-54D4-422E-972B-A74ABA496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8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CC78-D879-B831-4FB3-7A6001015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133BD-58B3-F3CB-4CB8-5B968D73C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37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0D1D8F-2209-C49D-F835-74A3AE5C20FD}"/>
              </a:ext>
            </a:extLst>
          </p:cNvPr>
          <p:cNvSpPr txBox="1"/>
          <p:nvPr/>
        </p:nvSpPr>
        <p:spPr>
          <a:xfrm>
            <a:off x="390525" y="276225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Forward Multi-slice Modelling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B7C79E1-7836-56CC-5FF5-AB99B7C3D9AB}"/>
              </a:ext>
            </a:extLst>
          </p:cNvPr>
          <p:cNvGrpSpPr/>
          <p:nvPr/>
        </p:nvGrpSpPr>
        <p:grpSpPr>
          <a:xfrm>
            <a:off x="36625" y="830797"/>
            <a:ext cx="12359535" cy="4468791"/>
            <a:chOff x="36625" y="830797"/>
            <a:chExt cx="12359535" cy="446879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E17A44-80CD-D224-E96F-792DE68A5175}"/>
                </a:ext>
              </a:extLst>
            </p:cNvPr>
            <p:cNvSpPr txBox="1"/>
            <p:nvPr/>
          </p:nvSpPr>
          <p:spPr>
            <a:xfrm>
              <a:off x="36625" y="1983558"/>
              <a:ext cx="1657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LED Matrix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80C723-451F-038B-7C6E-CF1E3B59D8AA}"/>
                </a:ext>
              </a:extLst>
            </p:cNvPr>
            <p:cNvSpPr txBox="1"/>
            <p:nvPr/>
          </p:nvSpPr>
          <p:spPr>
            <a:xfrm>
              <a:off x="114016" y="4448874"/>
              <a:ext cx="1657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Sensor</a:t>
              </a:r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7FAFEA60-1066-DE2E-21C1-47C7CC3E95B6}"/>
                </a:ext>
              </a:extLst>
            </p:cNvPr>
            <p:cNvSpPr/>
            <p:nvPr/>
          </p:nvSpPr>
          <p:spPr>
            <a:xfrm rot="10800000" flipH="1">
              <a:off x="942692" y="1749752"/>
              <a:ext cx="2916447" cy="775597"/>
            </a:xfrm>
            <a:prstGeom prst="cube">
              <a:avLst>
                <a:gd name="adj" fmla="val 82068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1A8FEC-00F9-1700-098C-06DE219BED75}"/>
                </a:ext>
              </a:extLst>
            </p:cNvPr>
            <p:cNvSpPr/>
            <p:nvPr/>
          </p:nvSpPr>
          <p:spPr>
            <a:xfrm>
              <a:off x="1205098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CD0DFD-DD44-6717-1983-E1F4E89B6C2D}"/>
                </a:ext>
              </a:extLst>
            </p:cNvPr>
            <p:cNvSpPr/>
            <p:nvPr/>
          </p:nvSpPr>
          <p:spPr>
            <a:xfrm>
              <a:off x="1512488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9E88B5-736D-AE31-81ED-CA972F83448D}"/>
                </a:ext>
              </a:extLst>
            </p:cNvPr>
            <p:cNvSpPr/>
            <p:nvPr/>
          </p:nvSpPr>
          <p:spPr>
            <a:xfrm>
              <a:off x="1842300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A5822A-9436-2FAB-4A95-F04430DECF8C}"/>
                </a:ext>
              </a:extLst>
            </p:cNvPr>
            <p:cNvSpPr/>
            <p:nvPr/>
          </p:nvSpPr>
          <p:spPr>
            <a:xfrm>
              <a:off x="2164751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0B95D0-32A8-0187-6A28-EE05274583E1}"/>
                </a:ext>
              </a:extLst>
            </p:cNvPr>
            <p:cNvSpPr/>
            <p:nvPr/>
          </p:nvSpPr>
          <p:spPr>
            <a:xfrm>
              <a:off x="2487203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411EB39-5C94-15C1-7579-8435AD0E8F98}"/>
                </a:ext>
              </a:extLst>
            </p:cNvPr>
            <p:cNvSpPr/>
            <p:nvPr/>
          </p:nvSpPr>
          <p:spPr>
            <a:xfrm>
              <a:off x="2809654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C3E73E9-2D34-FB67-DAFE-0C028792C50D}"/>
                </a:ext>
              </a:extLst>
            </p:cNvPr>
            <p:cNvSpPr/>
            <p:nvPr/>
          </p:nvSpPr>
          <p:spPr>
            <a:xfrm>
              <a:off x="3132105" y="1957090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B943F7-B44C-EF34-531E-2880EA2E7BFC}"/>
                </a:ext>
              </a:extLst>
            </p:cNvPr>
            <p:cNvSpPr/>
            <p:nvPr/>
          </p:nvSpPr>
          <p:spPr>
            <a:xfrm>
              <a:off x="1347546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94FB018-6D50-B482-EC4F-D6A899CC5028}"/>
                </a:ext>
              </a:extLst>
            </p:cNvPr>
            <p:cNvSpPr/>
            <p:nvPr/>
          </p:nvSpPr>
          <p:spPr>
            <a:xfrm>
              <a:off x="1654936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1CEA54-3109-2079-23AB-5D8A609A528A}"/>
                </a:ext>
              </a:extLst>
            </p:cNvPr>
            <p:cNvSpPr/>
            <p:nvPr/>
          </p:nvSpPr>
          <p:spPr>
            <a:xfrm>
              <a:off x="1984749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23B0D4-4F0B-FD61-1B88-FA5724F3CBB0}"/>
                </a:ext>
              </a:extLst>
            </p:cNvPr>
            <p:cNvSpPr/>
            <p:nvPr/>
          </p:nvSpPr>
          <p:spPr>
            <a:xfrm>
              <a:off x="2307200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738CF16-0275-7A3E-A7D2-19C8F2CC3932}"/>
                </a:ext>
              </a:extLst>
            </p:cNvPr>
            <p:cNvSpPr/>
            <p:nvPr/>
          </p:nvSpPr>
          <p:spPr>
            <a:xfrm>
              <a:off x="2629651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25616B9-F49F-96A3-F111-EEFD4ED87E04}"/>
                </a:ext>
              </a:extLst>
            </p:cNvPr>
            <p:cNvSpPr/>
            <p:nvPr/>
          </p:nvSpPr>
          <p:spPr>
            <a:xfrm>
              <a:off x="2952103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DCBFE05-9BC7-734C-203C-434B3839E990}"/>
                </a:ext>
              </a:extLst>
            </p:cNvPr>
            <p:cNvSpPr/>
            <p:nvPr/>
          </p:nvSpPr>
          <p:spPr>
            <a:xfrm>
              <a:off x="3274554" y="2164429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5AA730-B1E3-B255-0D6E-DE18DE6070B4}"/>
                </a:ext>
              </a:extLst>
            </p:cNvPr>
            <p:cNvSpPr/>
            <p:nvPr/>
          </p:nvSpPr>
          <p:spPr>
            <a:xfrm>
              <a:off x="1534980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20BF63-FCAC-CF22-CD49-B6EE9E709066}"/>
                </a:ext>
              </a:extLst>
            </p:cNvPr>
            <p:cNvSpPr/>
            <p:nvPr/>
          </p:nvSpPr>
          <p:spPr>
            <a:xfrm>
              <a:off x="1842369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8847847-3EF4-FD5A-FC80-43CBE72C8FD6}"/>
                </a:ext>
              </a:extLst>
            </p:cNvPr>
            <p:cNvSpPr/>
            <p:nvPr/>
          </p:nvSpPr>
          <p:spPr>
            <a:xfrm>
              <a:off x="2172182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7F3CE9B-95DF-730C-7B56-216315508B5C}"/>
                </a:ext>
              </a:extLst>
            </p:cNvPr>
            <p:cNvSpPr/>
            <p:nvPr/>
          </p:nvSpPr>
          <p:spPr>
            <a:xfrm>
              <a:off x="2494633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D0767F2-648F-D4E0-78B1-1A34FF043623}"/>
                </a:ext>
              </a:extLst>
            </p:cNvPr>
            <p:cNvSpPr/>
            <p:nvPr/>
          </p:nvSpPr>
          <p:spPr>
            <a:xfrm>
              <a:off x="2817084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A0C4C9-E8C0-6481-A9EE-DBB24CBBB317}"/>
                </a:ext>
              </a:extLst>
            </p:cNvPr>
            <p:cNvSpPr/>
            <p:nvPr/>
          </p:nvSpPr>
          <p:spPr>
            <a:xfrm>
              <a:off x="3139536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46C9987-73AD-8EDF-8C0F-37823EAFC7FF}"/>
                </a:ext>
              </a:extLst>
            </p:cNvPr>
            <p:cNvSpPr/>
            <p:nvPr/>
          </p:nvSpPr>
          <p:spPr>
            <a:xfrm>
              <a:off x="3461987" y="2396531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42075FB3-7CB2-AE6F-4D51-1841CF50CA27}"/>
                </a:ext>
              </a:extLst>
            </p:cNvPr>
            <p:cNvSpPr/>
            <p:nvPr/>
          </p:nvSpPr>
          <p:spPr>
            <a:xfrm>
              <a:off x="897708" y="4361188"/>
              <a:ext cx="2916447" cy="544704"/>
            </a:xfrm>
            <a:prstGeom prst="cube">
              <a:avLst>
                <a:gd name="adj" fmla="val 90580"/>
              </a:avLst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F06AC5D0-FA82-EB7D-51B5-65B4B50574EA}"/>
                </a:ext>
              </a:extLst>
            </p:cNvPr>
            <p:cNvSpPr/>
            <p:nvPr/>
          </p:nvSpPr>
          <p:spPr>
            <a:xfrm>
              <a:off x="1081393" y="3669471"/>
              <a:ext cx="2916447" cy="353242"/>
            </a:xfrm>
            <a:prstGeom prst="cube">
              <a:avLst>
                <a:gd name="adj" fmla="val 92969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13959BB-F769-5ACB-2F9B-6D60BC7BDBD8}"/>
                </a:ext>
              </a:extLst>
            </p:cNvPr>
            <p:cNvSpPr/>
            <p:nvPr/>
          </p:nvSpPr>
          <p:spPr>
            <a:xfrm rot="870780">
              <a:off x="2856512" y="2194948"/>
              <a:ext cx="457218" cy="1689252"/>
            </a:xfrm>
            <a:prstGeom prst="triangle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  <a:lumMod val="94000"/>
                    <a:lumOff val="6000"/>
                    <a:alpha val="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  <a:alpha val="4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9FF76DE-48E0-ED93-E3F1-C594FF95BB16}"/>
                </a:ext>
              </a:extLst>
            </p:cNvPr>
            <p:cNvSpPr/>
            <p:nvPr/>
          </p:nvSpPr>
          <p:spPr>
            <a:xfrm>
              <a:off x="1677428" y="3675091"/>
              <a:ext cx="1641906" cy="297760"/>
            </a:xfrm>
            <a:prstGeom prst="cube">
              <a:avLst>
                <a:gd name="adj" fmla="val 92883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89D27294-28F1-55FA-06E2-92CCD1EADA7A}"/>
                </a:ext>
              </a:extLst>
            </p:cNvPr>
            <p:cNvSpPr/>
            <p:nvPr/>
          </p:nvSpPr>
          <p:spPr>
            <a:xfrm>
              <a:off x="2096667" y="2225326"/>
              <a:ext cx="472329" cy="1628499"/>
            </a:xfrm>
            <a:prstGeom prst="triangle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  <a:lumMod val="94000"/>
                    <a:lumOff val="6000"/>
                    <a:alpha val="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  <a:alpha val="4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59457C0C-2A9C-3675-9E5B-0687C30993C7}"/>
                </a:ext>
              </a:extLst>
            </p:cNvPr>
            <p:cNvSpPr/>
            <p:nvPr/>
          </p:nvSpPr>
          <p:spPr>
            <a:xfrm rot="15857069">
              <a:off x="4307458" y="1886580"/>
              <a:ext cx="955571" cy="3511026"/>
            </a:xfrm>
            <a:prstGeom prst="triangl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DEC4001-A9AF-5BCF-8A11-9D7B80DE1886}"/>
                </a:ext>
              </a:extLst>
            </p:cNvPr>
            <p:cNvSpPr/>
            <p:nvPr/>
          </p:nvSpPr>
          <p:spPr>
            <a:xfrm>
              <a:off x="5482812" y="1084785"/>
              <a:ext cx="6595171" cy="421480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AED2CA7B-268A-4961-1037-BBA44B73E767}"/>
                </a:ext>
              </a:extLst>
            </p:cNvPr>
            <p:cNvSpPr/>
            <p:nvPr/>
          </p:nvSpPr>
          <p:spPr>
            <a:xfrm>
              <a:off x="6102137" y="2841904"/>
              <a:ext cx="3429000" cy="416412"/>
            </a:xfrm>
            <a:prstGeom prst="parallelogram">
              <a:avLst>
                <a:gd name="adj" fmla="val 17358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9F1771FB-2BCC-A395-E524-EB26F4A52A70}"/>
                </a:ext>
              </a:extLst>
            </p:cNvPr>
            <p:cNvSpPr/>
            <p:nvPr/>
          </p:nvSpPr>
          <p:spPr>
            <a:xfrm>
              <a:off x="6102137" y="3396023"/>
              <a:ext cx="3429000" cy="416412"/>
            </a:xfrm>
            <a:prstGeom prst="parallelogram">
              <a:avLst>
                <a:gd name="adj" fmla="val 17358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E5B0857-1071-541A-DBF7-49A119C711F5}"/>
                </a:ext>
              </a:extLst>
            </p:cNvPr>
            <p:cNvSpPr/>
            <p:nvPr/>
          </p:nvSpPr>
          <p:spPr>
            <a:xfrm>
              <a:off x="6102137" y="3950142"/>
              <a:ext cx="3429000" cy="416412"/>
            </a:xfrm>
            <a:prstGeom prst="parallelogram">
              <a:avLst>
                <a:gd name="adj" fmla="val 17358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03E5C80-FEA4-BEB3-4EF5-4A43C9DE795F}"/>
                </a:ext>
              </a:extLst>
            </p:cNvPr>
            <p:cNvSpPr/>
            <p:nvPr/>
          </p:nvSpPr>
          <p:spPr>
            <a:xfrm>
              <a:off x="6102137" y="4504261"/>
              <a:ext cx="3429000" cy="416412"/>
            </a:xfrm>
            <a:prstGeom prst="parallelogram">
              <a:avLst>
                <a:gd name="adj" fmla="val 17358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20A34604-FD08-93A8-D788-817A82318ADC}"/>
                </a:ext>
              </a:extLst>
            </p:cNvPr>
            <p:cNvSpPr/>
            <p:nvPr/>
          </p:nvSpPr>
          <p:spPr>
            <a:xfrm>
              <a:off x="6102137" y="2267252"/>
              <a:ext cx="3429000" cy="416412"/>
            </a:xfrm>
            <a:prstGeom prst="parallelogram">
              <a:avLst>
                <a:gd name="adj" fmla="val 173581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6DA238-35E8-4C54-7252-8632E0E11CC6}"/>
                </a:ext>
              </a:extLst>
            </p:cNvPr>
            <p:cNvSpPr txBox="1"/>
            <p:nvPr/>
          </p:nvSpPr>
          <p:spPr>
            <a:xfrm>
              <a:off x="6802938" y="1169592"/>
              <a:ext cx="2560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3D multi-slice Sample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82E28A2-7DDE-6B78-9394-6ACB052B1B96}"/>
                    </a:ext>
                  </a:extLst>
                </p:cNvPr>
                <p:cNvSpPr txBox="1"/>
                <p:nvPr/>
              </p:nvSpPr>
              <p:spPr>
                <a:xfrm>
                  <a:off x="9553929" y="2933836"/>
                  <a:ext cx="3010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82E28A2-7DDE-6B78-9394-6ACB052B1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3929" y="2933836"/>
                  <a:ext cx="30105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6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122C04C-2593-4CC0-FD0E-71CEC60F1732}"/>
                </a:ext>
              </a:extLst>
            </p:cNvPr>
            <p:cNvCxnSpPr/>
            <p:nvPr/>
          </p:nvCxnSpPr>
          <p:spPr>
            <a:xfrm>
              <a:off x="9553929" y="2889902"/>
              <a:ext cx="0" cy="48101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F72860D-5D85-0A27-0B47-A7B344C6429C}"/>
                </a:ext>
              </a:extLst>
            </p:cNvPr>
            <p:cNvCxnSpPr>
              <a:cxnSpLocks/>
            </p:cNvCxnSpPr>
            <p:nvPr/>
          </p:nvCxnSpPr>
          <p:spPr>
            <a:xfrm>
              <a:off x="5993349" y="3263620"/>
              <a:ext cx="0" cy="132756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5A3B8A8-D1C6-BBC3-6E62-DAFE32105B0E}"/>
                </a:ext>
              </a:extLst>
            </p:cNvPr>
            <p:cNvCxnSpPr>
              <a:cxnSpLocks/>
            </p:cNvCxnSpPr>
            <p:nvPr/>
          </p:nvCxnSpPr>
          <p:spPr>
            <a:xfrm>
              <a:off x="2329692" y="2221899"/>
              <a:ext cx="0" cy="2531437"/>
            </a:xfrm>
            <a:prstGeom prst="straightConnector1">
              <a:avLst/>
            </a:prstGeom>
            <a:ln>
              <a:tailEnd type="triangle"/>
            </a:ln>
            <a:effectLst>
              <a:glow rad="101600">
                <a:srgbClr val="FFFF99">
                  <a:alpha val="60000"/>
                </a:srgb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73B21E06-AA97-762A-4DFC-6290BCA7E930}"/>
                </a:ext>
              </a:extLst>
            </p:cNvPr>
            <p:cNvSpPr/>
            <p:nvPr/>
          </p:nvSpPr>
          <p:spPr>
            <a:xfrm>
              <a:off x="2568995" y="3713355"/>
              <a:ext cx="608093" cy="185003"/>
            </a:xfrm>
            <a:prstGeom prst="parallelogram">
              <a:avLst>
                <a:gd name="adj" fmla="val 57969"/>
              </a:avLst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0AB9DBC-9C04-A483-F0B4-B7361F0A1F4F}"/>
                </a:ext>
              </a:extLst>
            </p:cNvPr>
            <p:cNvCxnSpPr>
              <a:stCxn id="34" idx="0"/>
            </p:cNvCxnSpPr>
            <p:nvPr/>
          </p:nvCxnSpPr>
          <p:spPr>
            <a:xfrm flipH="1">
              <a:off x="2952103" y="2221899"/>
              <a:ext cx="344681" cy="1447572"/>
            </a:xfrm>
            <a:prstGeom prst="straightConnector1">
              <a:avLst/>
            </a:prstGeom>
            <a:ln>
              <a:tailEnd type="triangle"/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6793CAE-CD0D-474C-63BB-ACE07CF0B182}"/>
                </a:ext>
              </a:extLst>
            </p:cNvPr>
            <p:cNvCxnSpPr>
              <a:cxnSpLocks/>
            </p:cNvCxnSpPr>
            <p:nvPr/>
          </p:nvCxnSpPr>
          <p:spPr>
            <a:xfrm>
              <a:off x="2862068" y="3393430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4892B58-A325-FDF9-BFAB-31B1031E847F}"/>
                </a:ext>
              </a:extLst>
            </p:cNvPr>
            <p:cNvCxnSpPr>
              <a:cxnSpLocks/>
            </p:cNvCxnSpPr>
            <p:nvPr/>
          </p:nvCxnSpPr>
          <p:spPr>
            <a:xfrm>
              <a:off x="2915797" y="3208092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CC6603D-C228-9181-9398-5B04C2FF18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3715" y="3023369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45A8AEC-ECCA-B1ED-B37B-00F64AD3AF16}"/>
                </a:ext>
              </a:extLst>
            </p:cNvPr>
            <p:cNvCxnSpPr>
              <a:cxnSpLocks/>
            </p:cNvCxnSpPr>
            <p:nvPr/>
          </p:nvCxnSpPr>
          <p:spPr>
            <a:xfrm>
              <a:off x="3019578" y="2841842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30B4923-CC5B-DAEF-58F2-9712D0767151}"/>
                </a:ext>
              </a:extLst>
            </p:cNvPr>
            <p:cNvCxnSpPr>
              <a:cxnSpLocks/>
            </p:cNvCxnSpPr>
            <p:nvPr/>
          </p:nvCxnSpPr>
          <p:spPr>
            <a:xfrm>
              <a:off x="3058793" y="2679285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67E1089-551E-6505-C2B6-A16F73E0DE59}"/>
                </a:ext>
              </a:extLst>
            </p:cNvPr>
            <p:cNvCxnSpPr>
              <a:cxnSpLocks/>
            </p:cNvCxnSpPr>
            <p:nvPr/>
          </p:nvCxnSpPr>
          <p:spPr>
            <a:xfrm>
              <a:off x="3089567" y="2517982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8E780808-C238-798E-393B-D0D3C287FB02}"/>
                </a:ext>
              </a:extLst>
            </p:cNvPr>
            <p:cNvSpPr/>
            <p:nvPr/>
          </p:nvSpPr>
          <p:spPr>
            <a:xfrm rot="3843451">
              <a:off x="1886642" y="1851913"/>
              <a:ext cx="524946" cy="45719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19DAAB2-3D1B-4CBB-17A8-36B72F4F5CCC}"/>
                </a:ext>
              </a:extLst>
            </p:cNvPr>
            <p:cNvSpPr txBox="1"/>
            <p:nvPr/>
          </p:nvSpPr>
          <p:spPr>
            <a:xfrm>
              <a:off x="1137622" y="1394273"/>
              <a:ext cx="16720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b="1" dirty="0"/>
                <a:t>Reference LED (Origin)</a:t>
              </a:r>
            </a:p>
          </p:txBody>
        </p: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1ECB33B8-771C-D334-8D49-7BF1515268FA}"/>
                </a:ext>
              </a:extLst>
            </p:cNvPr>
            <p:cNvSpPr/>
            <p:nvPr/>
          </p:nvSpPr>
          <p:spPr>
            <a:xfrm rot="7502146">
              <a:off x="3281354" y="1934207"/>
              <a:ext cx="383196" cy="62009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CB2047-E2A3-9B48-C680-8C7AC661CEBD}"/>
                    </a:ext>
                  </a:extLst>
                </p:cNvPr>
                <p:cNvSpPr txBox="1"/>
                <p:nvPr/>
              </p:nvSpPr>
              <p:spPr>
                <a:xfrm>
                  <a:off x="3328046" y="1538053"/>
                  <a:ext cx="1672032" cy="259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10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𝒕𝒉</m:t>
                          </m:r>
                        </m:sup>
                      </m:sSup>
                    </m:oMath>
                  </a14:m>
                  <a:r>
                    <a:rPr lang="en-US" sz="1050" b="1" dirty="0"/>
                    <a:t> </a:t>
                  </a:r>
                  <a:r>
                    <a:rPr lang="en-IN" sz="1050" b="1" dirty="0"/>
                    <a:t> LED</a:t>
                  </a:r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CB2047-E2A3-9B48-C680-8C7AC661C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8046" y="1538053"/>
                  <a:ext cx="1672032" cy="259943"/>
                </a:xfrm>
                <a:prstGeom prst="rect">
                  <a:avLst/>
                </a:prstGeom>
                <a:blipFill>
                  <a:blip r:embed="rId3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76303E8-D707-04AF-AE00-EC33FF92E149}"/>
                </a:ext>
              </a:extLst>
            </p:cNvPr>
            <p:cNvSpPr txBox="1"/>
            <p:nvPr/>
          </p:nvSpPr>
          <p:spPr>
            <a:xfrm>
              <a:off x="1780401" y="2993230"/>
              <a:ext cx="5172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50" b="1" dirty="0"/>
                <a:t>Optic axis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0757918-992F-214E-0CF0-FEF8C2BB3E71}"/>
                    </a:ext>
                  </a:extLst>
                </p:cNvPr>
                <p:cNvSpPr txBox="1"/>
                <p:nvPr/>
              </p:nvSpPr>
              <p:spPr>
                <a:xfrm>
                  <a:off x="3506971" y="3172755"/>
                  <a:ext cx="1087042" cy="259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10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1050" b="1" i="1">
                              <a:latin typeface="Cambria Math" panose="02040503050406030204" pitchFamily="18" charset="0"/>
                            </a:rPr>
                            <m:t>𝒕𝒉</m:t>
                          </m:r>
                        </m:sup>
                      </m:sSup>
                      <m:r>
                        <a:rPr lang="en-US" sz="105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N" sz="1050" b="1" dirty="0"/>
                    <a:t>subregion</a:t>
                  </a: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0757918-992F-214E-0CF0-FEF8C2BB3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971" y="3172755"/>
                  <a:ext cx="1087042" cy="259943"/>
                </a:xfrm>
                <a:prstGeom prst="rect">
                  <a:avLst/>
                </a:prstGeom>
                <a:blipFill>
                  <a:blip r:embed="rId4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Arrow: Right 67">
              <a:extLst>
                <a:ext uri="{FF2B5EF4-FFF2-40B4-BE49-F238E27FC236}">
                  <a16:creationId xmlns:a16="http://schemas.microsoft.com/office/drawing/2014/main" id="{B5B16A17-C694-4454-5AD4-A6451EE01587}"/>
                </a:ext>
              </a:extLst>
            </p:cNvPr>
            <p:cNvSpPr/>
            <p:nvPr/>
          </p:nvSpPr>
          <p:spPr>
            <a:xfrm rot="8474013">
              <a:off x="3198465" y="3468569"/>
              <a:ext cx="383196" cy="62009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7407FD61-5474-B917-6A12-F2881A63BE90}"/>
                </a:ext>
              </a:extLst>
            </p:cNvPr>
            <p:cNvCxnSpPr/>
            <p:nvPr/>
          </p:nvCxnSpPr>
          <p:spPr>
            <a:xfrm>
              <a:off x="1271529" y="2334767"/>
              <a:ext cx="0" cy="140112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8452EC-908D-8AFB-C621-AA8A97011691}"/>
                </a:ext>
              </a:extLst>
            </p:cNvPr>
            <p:cNvSpPr txBox="1"/>
            <p:nvPr/>
          </p:nvSpPr>
          <p:spPr>
            <a:xfrm>
              <a:off x="929633" y="2850552"/>
              <a:ext cx="4071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dirty="0"/>
                <a:t>h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E772ADE-FB71-224E-7DD3-0A8F65A3DE8F}"/>
                </a:ext>
              </a:extLst>
            </p:cNvPr>
            <p:cNvCxnSpPr>
              <a:cxnSpLocks/>
            </p:cNvCxnSpPr>
            <p:nvPr/>
          </p:nvCxnSpPr>
          <p:spPr>
            <a:xfrm>
              <a:off x="1250082" y="4070964"/>
              <a:ext cx="0" cy="49486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C77F1A5-4FB8-C6E4-2A4B-E7EE81BC025B}"/>
                    </a:ext>
                  </a:extLst>
                </p:cNvPr>
                <p:cNvSpPr txBox="1"/>
                <p:nvPr/>
              </p:nvSpPr>
              <p:spPr>
                <a:xfrm>
                  <a:off x="680003" y="4130017"/>
                  <a:ext cx="365058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𝒔𝒂𝒎𝒑𝒍𝒆</m:t>
                            </m:r>
                          </m:sub>
                        </m:sSub>
                      </m:oMath>
                    </m:oMathPara>
                  </a14:m>
                  <a:endParaRPr lang="en-IN" sz="1200" b="1" dirty="0"/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C77F1A5-4FB8-C6E4-2A4B-E7EE81BC0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03" y="4130017"/>
                  <a:ext cx="365058" cy="293607"/>
                </a:xfrm>
                <a:prstGeom prst="rect">
                  <a:avLst/>
                </a:prstGeom>
                <a:blipFill>
                  <a:blip r:embed="rId5"/>
                  <a:stretch>
                    <a:fillRect r="-72881" b="-204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24AD1DE-D7B8-EB63-3EEF-F5EF815D9665}"/>
                    </a:ext>
                  </a:extLst>
                </p:cNvPr>
                <p:cNvSpPr txBox="1"/>
                <p:nvPr/>
              </p:nvSpPr>
              <p:spPr>
                <a:xfrm>
                  <a:off x="3290855" y="2737049"/>
                  <a:ext cx="1099388" cy="3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05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050" b="1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105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sz="105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050" b="1" dirty="0"/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24AD1DE-D7B8-EB63-3EEF-F5EF815D9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855" y="2737049"/>
                  <a:ext cx="1099388" cy="3061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C60A7A1C-0AB7-14BD-7D09-5A5B8F472C5C}"/>
                </a:ext>
              </a:extLst>
            </p:cNvPr>
            <p:cNvSpPr/>
            <p:nvPr/>
          </p:nvSpPr>
          <p:spPr>
            <a:xfrm rot="6245433">
              <a:off x="3304691" y="2869271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452AD81-CCFA-F8B5-D52C-E7CC4D8034F8}"/>
                    </a:ext>
                  </a:extLst>
                </p:cNvPr>
                <p:cNvSpPr txBox="1"/>
                <p:nvPr/>
              </p:nvSpPr>
              <p:spPr>
                <a:xfrm>
                  <a:off x="7673435" y="1790765"/>
                  <a:ext cx="1099388" cy="325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2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1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200" b="1" dirty="0"/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452AD81-CCFA-F8B5-D52C-E7CC4D8034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35" y="1790765"/>
                  <a:ext cx="1099388" cy="325538"/>
                </a:xfrm>
                <a:prstGeom prst="rect">
                  <a:avLst/>
                </a:prstGeom>
                <a:blipFill>
                  <a:blip r:embed="rId7"/>
                  <a:stretch>
                    <a:fillRect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620E6F8A-2A2D-0DD1-0A43-CDDF97CC0DA4}"/>
                </a:ext>
              </a:extLst>
            </p:cNvPr>
            <p:cNvSpPr/>
            <p:nvPr/>
          </p:nvSpPr>
          <p:spPr>
            <a:xfrm rot="6245433">
              <a:off x="7617538" y="1913465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36C2BC9-8FE5-0C5B-0603-3B0601315283}"/>
                </a:ext>
              </a:extLst>
            </p:cNvPr>
            <p:cNvSpPr txBox="1"/>
            <p:nvPr/>
          </p:nvSpPr>
          <p:spPr>
            <a:xfrm>
              <a:off x="8504459" y="1731505"/>
              <a:ext cx="1205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Incident field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DDDA4B5-4512-D525-107A-FBBFB14FF4AB}"/>
                </a:ext>
              </a:extLst>
            </p:cNvPr>
            <p:cNvSpPr txBox="1"/>
            <p:nvPr/>
          </p:nvSpPr>
          <p:spPr>
            <a:xfrm>
              <a:off x="5735232" y="2295266"/>
              <a:ext cx="1205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Slice 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767490A-D65E-B722-A4F0-8DF35344CE13}"/>
                </a:ext>
              </a:extLst>
            </p:cNvPr>
            <p:cNvSpPr txBox="1"/>
            <p:nvPr/>
          </p:nvSpPr>
          <p:spPr>
            <a:xfrm>
              <a:off x="5738419" y="2962852"/>
              <a:ext cx="1205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Slice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772CA92-110B-688F-D4A1-C4D944BC51AC}"/>
                </a:ext>
              </a:extLst>
            </p:cNvPr>
            <p:cNvSpPr txBox="1"/>
            <p:nvPr/>
          </p:nvSpPr>
          <p:spPr>
            <a:xfrm>
              <a:off x="5724159" y="4634651"/>
              <a:ext cx="1205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Slice </a:t>
              </a:r>
              <a:r>
                <a:rPr lang="en-IN" sz="1100" b="1" i="1" dirty="0"/>
                <a:t>M</a:t>
              </a:r>
              <a:endParaRPr lang="en-IN" sz="1100" b="1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C4C8AE-385F-AE39-D602-E889F091B62D}"/>
                </a:ext>
              </a:extLst>
            </p:cNvPr>
            <p:cNvSpPr txBox="1"/>
            <p:nvPr/>
          </p:nvSpPr>
          <p:spPr>
            <a:xfrm rot="16200000">
              <a:off x="5265518" y="3531541"/>
              <a:ext cx="12052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i="1" dirty="0"/>
                <a:t>m </a:t>
              </a:r>
              <a:r>
                <a:rPr lang="en-IN" sz="1100" b="1" dirty="0"/>
                <a:t>slices</a:t>
              </a:r>
              <a:endParaRPr lang="en-IN" sz="1100" b="1" i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B9C5FA9-CE13-751A-30AB-21E7C94BD884}"/>
                    </a:ext>
                  </a:extLst>
                </p:cNvPr>
                <p:cNvSpPr txBox="1"/>
                <p:nvPr/>
              </p:nvSpPr>
              <p:spPr>
                <a:xfrm>
                  <a:off x="9489321" y="2211680"/>
                  <a:ext cx="2123322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1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IN" sz="11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100" b="1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1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sz="1100" b="1" i="1">
                            <a:latin typeface="Cambria Math" panose="02040503050406030204" pitchFamily="18" charset="0"/>
                          </a:rPr>
                          <m:t>) = </m:t>
                        </m:r>
                        <m:sSub>
                          <m:sSubPr>
                            <m:ctrlPr>
                              <a:rPr lang="en-IN" sz="11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IN" sz="11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IN" sz="11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1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IN" sz="11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1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100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</m:e>
                        </m:d>
                        <m:r>
                          <a:rPr lang="en-IN" sz="1100" b="1" i="1">
                            <a:latin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IN" sz="11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IN" sz="11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100" b="1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11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sz="11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1100" b="1" dirty="0"/>
                </a:p>
              </p:txBody>
            </p:sp>
          </mc:Choice>
          <mc:Fallback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B9C5FA9-CE13-751A-30AB-21E7C94BD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321" y="2211680"/>
                  <a:ext cx="2123322" cy="3078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0A58AB94-5253-A50E-31E7-11CF16FD8D0E}"/>
                </a:ext>
              </a:extLst>
            </p:cNvPr>
            <p:cNvSpPr/>
            <p:nvPr/>
          </p:nvSpPr>
          <p:spPr>
            <a:xfrm rot="9881275">
              <a:off x="9197171" y="2453332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AAE1ADE-E1C0-7357-3D65-4448EA2FF5A7}"/>
                    </a:ext>
                  </a:extLst>
                </p:cNvPr>
                <p:cNvSpPr txBox="1"/>
                <p:nvPr/>
              </p:nvSpPr>
              <p:spPr>
                <a:xfrm>
                  <a:off x="9239480" y="2645984"/>
                  <a:ext cx="3156680" cy="3441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100" b="1" i="1" smtClean="0"/>
                            </m:ctrlPr>
                          </m:sSubSupPr>
                          <m:e>
                            <m:r>
                              <a:rPr lang="en-US" sz="1100" b="1" i="1"/>
                              <m:t>𝒇</m:t>
                            </m:r>
                          </m:e>
                          <m:sub>
                            <m:r>
                              <a:rPr lang="en-IN" sz="11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1100" b="1" i="1"/>
                              <m:t>(</m:t>
                            </m:r>
                            <m:r>
                              <a:rPr lang="en-US" sz="1100" b="1" i="1"/>
                              <m:t>𝒍</m:t>
                            </m:r>
                            <m:r>
                              <a:rPr lang="en-US" sz="1100" b="1" i="1"/>
                              <m:t>,</m:t>
                            </m:r>
                            <m:r>
                              <a:rPr lang="en-US" sz="1100" b="1" i="1"/>
                              <m:t>𝒏</m:t>
                            </m:r>
                            <m:r>
                              <a:rPr lang="en-US" sz="1100" b="1" i="1"/>
                              <m:t>)</m:t>
                            </m:r>
                          </m:sup>
                        </m:sSubSup>
                        <m:r>
                          <a:rPr lang="en-US" sz="1100" b="1" i="1"/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1100" b="1" i="1"/>
                            </m:ctrlPr>
                          </m:accPr>
                          <m:e>
                            <m:r>
                              <a:rPr lang="en-US" sz="1100" b="1" i="1"/>
                              <m:t>𝒓</m:t>
                            </m:r>
                          </m:e>
                        </m:acc>
                        <m:r>
                          <a:rPr lang="en-US" sz="1100" b="1" i="1"/>
                          <m:t>) = </m:t>
                        </m:r>
                        <m:sSub>
                          <m:sSubPr>
                            <m:ctrlPr>
                              <a:rPr lang="en-IN" sz="1100" b="1" i="1"/>
                            </m:ctrlPr>
                          </m:sSubPr>
                          <m:e>
                            <m:r>
                              <a:rPr lang="en-US" sz="1100" b="1" i="1"/>
                              <m:t>𝓗</m:t>
                            </m:r>
                          </m:e>
                          <m:sub>
                            <m:r>
                              <a:rPr lang="en-IN" sz="1100" b="1" i="1"/>
                              <m:t>𝜹</m:t>
                            </m:r>
                            <m:r>
                              <a:rPr lang="en-IN" sz="1100" b="1" i="1"/>
                              <m:t>𝒛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100" b="1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sz="1100" b="1" i="1"/>
                                </m:ctrlPr>
                              </m:sSubSupPr>
                              <m:e>
                                <m:r>
                                  <a:rPr lang="en-US" sz="1100" b="1" i="1"/>
                                  <m:t>𝒈</m:t>
                                </m:r>
                              </m:e>
                              <m:sub>
                                <m:r>
                                  <a:rPr lang="en-IN" sz="11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100" b="1" i="1"/>
                                  <m:t>(</m:t>
                                </m:r>
                                <m:r>
                                  <a:rPr lang="en-US" sz="1100" b="1" i="1"/>
                                  <m:t>𝒍</m:t>
                                </m:r>
                                <m:r>
                                  <a:rPr lang="en-US" sz="1100" b="1" i="1"/>
                                  <m:t>,</m:t>
                                </m:r>
                                <m:r>
                                  <a:rPr lang="en-US" sz="1100" b="1" i="1"/>
                                  <m:t>𝒏</m:t>
                                </m:r>
                                <m:r>
                                  <a:rPr lang="en-US" sz="1100" b="1" i="1"/>
                                  <m:t>)</m:t>
                                </m:r>
                              </m:sup>
                            </m:sSubSup>
                            <m:r>
                              <a:rPr lang="en-US" sz="1100" b="1" i="1"/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IN" sz="1100" b="1" i="1"/>
                                </m:ctrlPr>
                              </m:accPr>
                              <m:e>
                                <m:r>
                                  <a:rPr lang="en-US" sz="1100" b="1" i="1"/>
                                  <m:t>𝒓</m:t>
                                </m:r>
                              </m:e>
                            </m:acc>
                            <m:r>
                              <a:rPr lang="en-US" sz="1100" b="1" i="1"/>
                              <m:t>)</m:t>
                            </m:r>
                          </m:e>
                        </m:d>
                      </m:oMath>
                    </m:oMathPara>
                  </a14:m>
                  <a:endParaRPr lang="en-IN" sz="1100" b="1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AAE1ADE-E1C0-7357-3D65-4448EA2FF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9480" y="2645984"/>
                  <a:ext cx="3156680" cy="34413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D218CD74-7F41-4C80-84FC-1DE3C6A8E93B}"/>
                </a:ext>
              </a:extLst>
            </p:cNvPr>
            <p:cNvSpPr/>
            <p:nvPr/>
          </p:nvSpPr>
          <p:spPr>
            <a:xfrm rot="10800000">
              <a:off x="9465408" y="2771969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B7BCD2E-EC69-2D9C-65F2-1BA5884CF551}"/>
                    </a:ext>
                  </a:extLst>
                </p:cNvPr>
                <p:cNvSpPr txBox="1"/>
                <p:nvPr/>
              </p:nvSpPr>
              <p:spPr>
                <a:xfrm>
                  <a:off x="9657006" y="4690508"/>
                  <a:ext cx="2014298" cy="3114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IN" sz="1100" b="1" i="1" smtClean="0"/>
                          </m:ctrlPr>
                        </m:sSubSupPr>
                        <m:e>
                          <m:r>
                            <a:rPr lang="en-US" sz="1100" b="1" i="1"/>
                            <m:t>𝒈</m:t>
                          </m:r>
                        </m:e>
                        <m:sub>
                          <m:r>
                            <a:rPr lang="en-US" sz="1100" b="1" i="1"/>
                            <m:t>𝑴</m:t>
                          </m:r>
                        </m:sub>
                        <m:sup>
                          <m:r>
                            <a:rPr lang="en-US" sz="1100" b="1" i="1"/>
                            <m:t>(</m:t>
                          </m:r>
                          <m:r>
                            <a:rPr lang="en-US" sz="1100" b="1" i="1"/>
                            <m:t>𝒍</m:t>
                          </m:r>
                          <m:r>
                            <a:rPr lang="en-US" sz="1100" b="1" i="1"/>
                            <m:t>,</m:t>
                          </m:r>
                          <m:r>
                            <a:rPr lang="en-US" sz="1100" b="1" i="1"/>
                            <m:t>𝒏</m:t>
                          </m:r>
                          <m:r>
                            <a:rPr lang="en-US" sz="1100" b="1" i="1"/>
                            <m:t>)</m:t>
                          </m:r>
                        </m:sup>
                      </m:sSubSup>
                      <m:r>
                        <a:rPr lang="en-US" sz="1100" b="1" i="1"/>
                        <m:t>(</m:t>
                      </m:r>
                      <m:acc>
                        <m:accPr>
                          <m:chr m:val="⃗"/>
                          <m:ctrlPr>
                            <a:rPr lang="en-IN" sz="1100" b="1" i="1"/>
                          </m:ctrlPr>
                        </m:accPr>
                        <m:e>
                          <m:r>
                            <a:rPr lang="en-US" sz="1100" b="1" i="1"/>
                            <m:t>𝒓</m:t>
                          </m:r>
                        </m:e>
                      </m:acc>
                      <m:r>
                        <a:rPr lang="en-US" sz="1100" b="1" i="1"/>
                        <m:t>)</m:t>
                      </m:r>
                    </m:oMath>
                  </a14:m>
                  <a:r>
                    <a:rPr lang="en-IN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sz="1100" b="1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11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1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IN" sz="11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IN" sz="11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1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IN" sz="1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11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1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</m:d>
                      <m:r>
                        <a:rPr lang="en-IN" sz="1100" b="1" i="1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IN" sz="11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11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  <m:sup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100" b="1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IN" sz="11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sz="11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IN" sz="1100" b="1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B7BCD2E-EC69-2D9C-65F2-1BA5884CF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7006" y="4690508"/>
                  <a:ext cx="2014298" cy="3114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33760F9C-9185-7270-C3B9-579A39914CDA}"/>
                </a:ext>
              </a:extLst>
            </p:cNvPr>
            <p:cNvSpPr/>
            <p:nvPr/>
          </p:nvSpPr>
          <p:spPr>
            <a:xfrm rot="10800000">
              <a:off x="9245955" y="4813424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3EFCFCC-006B-2490-3115-F6310795C30D}"/>
                    </a:ext>
                  </a:extLst>
                </p:cNvPr>
                <p:cNvSpPr txBox="1"/>
                <p:nvPr/>
              </p:nvSpPr>
              <p:spPr>
                <a:xfrm>
                  <a:off x="2410270" y="4045336"/>
                  <a:ext cx="4130679" cy="3441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050" b="1" i="1"/>
                            </m:ctrlPr>
                          </m:sSubSupPr>
                          <m:e>
                            <m:r>
                              <a:rPr lang="en-US" sz="1050" b="1" i="1"/>
                              <m:t>𝒇</m:t>
                            </m:r>
                          </m:e>
                          <m:sub>
                            <m:r>
                              <a:rPr lang="en-US" sz="1050" b="1" i="1"/>
                              <m:t>𝒔𝒆𝒏𝒔𝒐𝒓</m:t>
                            </m:r>
                          </m:sub>
                          <m:sup>
                            <m:r>
                              <a:rPr lang="en-US" sz="1050" b="1" i="1"/>
                              <m:t>(</m:t>
                            </m:r>
                            <m:r>
                              <a:rPr lang="en-US" sz="1050" b="1" i="1"/>
                              <m:t>𝒍</m:t>
                            </m:r>
                            <m:r>
                              <a:rPr lang="en-US" sz="1050" b="1" i="1"/>
                              <m:t>,</m:t>
                            </m:r>
                            <m:r>
                              <a:rPr lang="en-US" sz="1050" b="1" i="1"/>
                              <m:t>𝒏</m:t>
                            </m:r>
                            <m:r>
                              <a:rPr lang="en-US" sz="1050" b="1" i="1"/>
                              <m:t>)</m:t>
                            </m:r>
                          </m:sup>
                        </m:sSubSup>
                        <m:d>
                          <m:dPr>
                            <m:ctrlPr>
                              <a:rPr lang="en-IN" sz="1050" b="1" i="1"/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050" b="1" i="1"/>
                                </m:ctrlPr>
                              </m:accPr>
                              <m:e>
                                <m:r>
                                  <a:rPr lang="en-US" sz="1050" b="1" i="1"/>
                                  <m:t>𝒓</m:t>
                                </m:r>
                              </m:e>
                            </m:acc>
                          </m:e>
                        </m:d>
                        <m:r>
                          <a:rPr lang="en-US" sz="1050" b="1" i="1"/>
                          <m:t>=</m:t>
                        </m:r>
                        <m:sSub>
                          <m:sSubPr>
                            <m:ctrlPr>
                              <a:rPr lang="en-IN" sz="1050" b="1" i="1"/>
                            </m:ctrlPr>
                          </m:sSubPr>
                          <m:e>
                            <m:r>
                              <a:rPr lang="en-US" sz="1050" b="1" i="1"/>
                              <m:t>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1050" b="1" i="1"/>
                                </m:ctrlPr>
                              </m:sSubPr>
                              <m:e>
                                <m:r>
                                  <a:rPr lang="en-US" sz="1050" b="1" i="1"/>
                                  <m:t>𝒛</m:t>
                                </m:r>
                              </m:e>
                              <m:sub>
                                <m:r>
                                  <a:rPr lang="en-US" sz="1050" b="1" i="1"/>
                                  <m:t>𝒔𝒂𝒎𝒑𝒍𝒆</m:t>
                                </m:r>
                              </m:sub>
                            </m:sSub>
                            <m:r>
                              <a:rPr lang="en-US" sz="1050" b="1" i="1"/>
                              <m:t> 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050" b="1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sz="1050" b="1" i="1"/>
                                </m:ctrlPr>
                              </m:sSubSupPr>
                              <m:e>
                                <m:r>
                                  <a:rPr lang="en-US" sz="1050" b="1" i="1"/>
                                  <m:t>𝒈</m:t>
                                </m:r>
                              </m:e>
                              <m:sub>
                                <m:r>
                                  <a:rPr lang="en-US" sz="1050" b="1" i="1"/>
                                  <m:t>𝑴</m:t>
                                </m:r>
                              </m:sub>
                              <m:sup>
                                <m:r>
                                  <a:rPr lang="en-US" sz="1050" b="1" i="1"/>
                                  <m:t>(</m:t>
                                </m:r>
                                <m:r>
                                  <a:rPr lang="en-US" sz="1050" b="1" i="1"/>
                                  <m:t>𝒍</m:t>
                                </m:r>
                                <m:r>
                                  <a:rPr lang="en-US" sz="1050" b="1" i="1"/>
                                  <m:t>,</m:t>
                                </m:r>
                                <m:r>
                                  <a:rPr lang="en-US" sz="1050" b="1" i="1"/>
                                  <m:t>𝒏</m:t>
                                </m:r>
                                <m:r>
                                  <a:rPr lang="en-US" sz="1050" b="1" i="1"/>
                                  <m:t>)</m:t>
                                </m:r>
                              </m:sup>
                            </m:sSubSup>
                            <m:r>
                              <a:rPr lang="en-US" sz="1050" b="1" i="1"/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IN" sz="1050" b="1" i="1"/>
                                </m:ctrlPr>
                              </m:accPr>
                              <m:e>
                                <m:r>
                                  <a:rPr lang="en-US" sz="1050" b="1" i="1"/>
                                  <m:t>𝒓</m:t>
                                </m:r>
                              </m:e>
                            </m:acc>
                            <m:r>
                              <a:rPr lang="en-US" sz="1050" b="1" i="1"/>
                              <m:t>)</m:t>
                            </m:r>
                          </m:e>
                        </m:d>
                      </m:oMath>
                    </m:oMathPara>
                  </a14:m>
                  <a:endParaRPr lang="en-IN" sz="1050" b="1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3EFCFCC-006B-2490-3115-F6310795C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0270" y="4045336"/>
                  <a:ext cx="4130679" cy="34413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8A65C595-EF0A-A9C9-23DA-E6ED6FD1B438}"/>
                </a:ext>
              </a:extLst>
            </p:cNvPr>
            <p:cNvSpPr/>
            <p:nvPr/>
          </p:nvSpPr>
          <p:spPr>
            <a:xfrm rot="9881275">
              <a:off x="3096321" y="4222379"/>
              <a:ext cx="383196" cy="65312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83DC1A5-7898-9732-E7D7-54ED03EA1977}"/>
                    </a:ext>
                  </a:extLst>
                </p:cNvPr>
                <p:cNvSpPr txBox="1"/>
                <p:nvPr/>
              </p:nvSpPr>
              <p:spPr>
                <a:xfrm>
                  <a:off x="2754326" y="4883955"/>
                  <a:ext cx="2903411" cy="4070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100" b="1" i="1"/>
                            </m:ctrlPr>
                          </m:sSubSupPr>
                          <m:e>
                            <m:r>
                              <a:rPr lang="en-US" sz="1100" b="1" i="1"/>
                              <m:t>𝑰</m:t>
                            </m:r>
                          </m:e>
                          <m:sub>
                            <m:r>
                              <a:rPr lang="en-US" sz="1100" b="1" i="1"/>
                              <m:t>𝒏</m:t>
                            </m:r>
                          </m:sub>
                          <m:sup>
                            <m:r>
                              <a:rPr lang="en-US" sz="1100" b="1" i="1"/>
                              <m:t>(</m:t>
                            </m:r>
                            <m:r>
                              <a:rPr lang="en-US" sz="1100" b="1" i="1"/>
                              <m:t>𝒍</m:t>
                            </m:r>
                            <m:r>
                              <a:rPr lang="en-US" sz="1100" b="1" i="1"/>
                              <m:t>)</m:t>
                            </m:r>
                          </m:sup>
                        </m:sSubSup>
                        <m:d>
                          <m:dPr>
                            <m:ctrlPr>
                              <a:rPr lang="en-IN" sz="1100" b="1" i="1"/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1100" b="1" i="1"/>
                                </m:ctrlPr>
                              </m:accPr>
                              <m:e>
                                <m:r>
                                  <a:rPr lang="en-US" sz="1100" b="1" i="1"/>
                                  <m:t>𝒓</m:t>
                                </m:r>
                              </m:e>
                            </m:acc>
                          </m:e>
                        </m:d>
                        <m:r>
                          <a:rPr lang="en-US" sz="1100" b="1" i="1"/>
                          <m:t> = </m:t>
                        </m:r>
                        <m:sSub>
                          <m:sSubPr>
                            <m:ctrlPr>
                              <a:rPr lang="en-IN" sz="1100" b="1" i="1"/>
                            </m:ctrlPr>
                          </m:sSubPr>
                          <m:e>
                            <m:r>
                              <a:rPr lang="en-US" sz="1100" b="1" i="1"/>
                              <m:t>𝑪</m:t>
                            </m:r>
                          </m:e>
                          <m:sub>
                            <m:r>
                              <a:rPr lang="en-US" sz="1100" b="1" i="1"/>
                              <m:t>𝝈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IN" sz="1100" b="1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100" b="1" i="1"/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1100" b="1" i="1"/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100" b="1" i="1"/>
                                        </m:ctrlPr>
                                      </m:sSubSupPr>
                                      <m:e>
                                        <m:r>
                                          <a:rPr lang="en-US" sz="1100" b="1" i="1"/>
                                          <m:t>𝒇</m:t>
                                        </m:r>
                                      </m:e>
                                      <m:sub>
                                        <m:r>
                                          <a:rPr lang="en-US" sz="1100" b="1" i="1"/>
                                          <m:t>𝒔𝒆𝒏𝒔𝒐𝒓</m:t>
                                        </m:r>
                                      </m:sub>
                                      <m:sup>
                                        <m:r>
                                          <a:rPr lang="en-US" sz="1100" b="1" i="1"/>
                                          <m:t>(</m:t>
                                        </m:r>
                                        <m:r>
                                          <a:rPr lang="en-US" sz="1100" b="1" i="1"/>
                                          <m:t>𝒍</m:t>
                                        </m:r>
                                        <m:r>
                                          <a:rPr lang="en-US" sz="1100" b="1" i="1"/>
                                          <m:t>,</m:t>
                                        </m:r>
                                        <m:r>
                                          <a:rPr lang="en-US" sz="1100" b="1" i="1"/>
                                          <m:t>𝒏</m:t>
                                        </m:r>
                                        <m:r>
                                          <a:rPr lang="en-US" sz="1100" b="1" i="1"/>
                                          <m:t>)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IN" sz="1100" b="1" i="1"/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IN" sz="1100" b="1" i="1"/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100" b="1" i="1"/>
                                              <m:t>𝒓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1100" b="1" i="1"/>
                                  <m:t>𝟐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1100" b="1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83DC1A5-7898-9732-E7D7-54ED03EA1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4326" y="4883955"/>
                  <a:ext cx="2903411" cy="40703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9B78EEDC-0395-FD32-BBF7-5F00C61D7E5F}"/>
                </a:ext>
              </a:extLst>
            </p:cNvPr>
            <p:cNvSpPr/>
            <p:nvPr/>
          </p:nvSpPr>
          <p:spPr>
            <a:xfrm rot="12696857">
              <a:off x="3575527" y="4773422"/>
              <a:ext cx="383196" cy="62009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Arrow: Down 68">
              <a:extLst>
                <a:ext uri="{FF2B5EF4-FFF2-40B4-BE49-F238E27FC236}">
                  <a16:creationId xmlns:a16="http://schemas.microsoft.com/office/drawing/2014/main" id="{9861D754-0ABA-53C3-815A-8402B89B2EEE}"/>
                </a:ext>
              </a:extLst>
            </p:cNvPr>
            <p:cNvSpPr/>
            <p:nvPr/>
          </p:nvSpPr>
          <p:spPr>
            <a:xfrm>
              <a:off x="11797020" y="1282107"/>
              <a:ext cx="117303" cy="3781295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glow rad="101600">
                <a:schemeClr val="accent2">
                  <a:lumMod val="40000"/>
                  <a:lumOff val="60000"/>
                  <a:alpha val="6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EA47BF7-D288-74B7-3D3E-78A217E56DD5}"/>
                </a:ext>
              </a:extLst>
            </p:cNvPr>
            <p:cNvSpPr txBox="1"/>
            <p:nvPr/>
          </p:nvSpPr>
          <p:spPr>
            <a:xfrm rot="16200000">
              <a:off x="9938461" y="2356072"/>
              <a:ext cx="33891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Forward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7974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669D1319-F26A-9C5F-EAA5-7648548C2818}"/>
              </a:ext>
            </a:extLst>
          </p:cNvPr>
          <p:cNvGrpSpPr/>
          <p:nvPr/>
        </p:nvGrpSpPr>
        <p:grpSpPr>
          <a:xfrm>
            <a:off x="2165638" y="1273777"/>
            <a:ext cx="5519676" cy="3513651"/>
            <a:chOff x="2165638" y="1273777"/>
            <a:chExt cx="5519676" cy="35136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F93C7E-2819-6724-CCBA-77DE0F4D14C3}"/>
                </a:ext>
              </a:extLst>
            </p:cNvPr>
            <p:cNvSpPr txBox="1"/>
            <p:nvPr/>
          </p:nvSpPr>
          <p:spPr>
            <a:xfrm>
              <a:off x="2165638" y="1658582"/>
              <a:ext cx="1657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LED Matrix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CD18A97-94CE-5CE8-E3D4-CA72C51D00F0}"/>
                </a:ext>
              </a:extLst>
            </p:cNvPr>
            <p:cNvSpPr txBox="1"/>
            <p:nvPr/>
          </p:nvSpPr>
          <p:spPr>
            <a:xfrm>
              <a:off x="2470545" y="4447281"/>
              <a:ext cx="1657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Sensor</a:t>
              </a:r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79FE293-19CE-630A-79D5-40EE49DCF06C}"/>
                </a:ext>
              </a:extLst>
            </p:cNvPr>
            <p:cNvSpPr/>
            <p:nvPr/>
          </p:nvSpPr>
          <p:spPr>
            <a:xfrm rot="10800000" flipH="1">
              <a:off x="3449918" y="1631288"/>
              <a:ext cx="2916447" cy="775597"/>
            </a:xfrm>
            <a:prstGeom prst="cube">
              <a:avLst>
                <a:gd name="adj" fmla="val 82068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D56080D-FD0A-DC9E-4E58-58A5CC77BCD9}"/>
                </a:ext>
              </a:extLst>
            </p:cNvPr>
            <p:cNvSpPr/>
            <p:nvPr/>
          </p:nvSpPr>
          <p:spPr>
            <a:xfrm>
              <a:off x="3712324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0053469-DEDB-145D-D8DA-F041386DD1B3}"/>
                </a:ext>
              </a:extLst>
            </p:cNvPr>
            <p:cNvSpPr/>
            <p:nvPr/>
          </p:nvSpPr>
          <p:spPr>
            <a:xfrm>
              <a:off x="4019714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E1302A-8C0E-FA8A-8A06-1C613D1C54CE}"/>
                </a:ext>
              </a:extLst>
            </p:cNvPr>
            <p:cNvSpPr/>
            <p:nvPr/>
          </p:nvSpPr>
          <p:spPr>
            <a:xfrm>
              <a:off x="4349526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0081093-160E-8F49-51FC-80C82AF4D16A}"/>
                </a:ext>
              </a:extLst>
            </p:cNvPr>
            <p:cNvSpPr/>
            <p:nvPr/>
          </p:nvSpPr>
          <p:spPr>
            <a:xfrm>
              <a:off x="4671977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708C63-1479-E5DA-EE26-EF9587BB9F6D}"/>
                </a:ext>
              </a:extLst>
            </p:cNvPr>
            <p:cNvSpPr/>
            <p:nvPr/>
          </p:nvSpPr>
          <p:spPr>
            <a:xfrm>
              <a:off x="4994429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9A1128-9362-72B7-2048-A95A0055C774}"/>
                </a:ext>
              </a:extLst>
            </p:cNvPr>
            <p:cNvSpPr/>
            <p:nvPr/>
          </p:nvSpPr>
          <p:spPr>
            <a:xfrm>
              <a:off x="5316880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6D69F97-0633-0ADA-B228-13419653E983}"/>
                </a:ext>
              </a:extLst>
            </p:cNvPr>
            <p:cNvSpPr/>
            <p:nvPr/>
          </p:nvSpPr>
          <p:spPr>
            <a:xfrm>
              <a:off x="5639331" y="1838626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F7D7C5E-C6CB-C2D9-87EF-80D6CD973BE4}"/>
                </a:ext>
              </a:extLst>
            </p:cNvPr>
            <p:cNvSpPr/>
            <p:nvPr/>
          </p:nvSpPr>
          <p:spPr>
            <a:xfrm>
              <a:off x="3854772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10E8D16-9498-403A-31A2-7A57A67C328F}"/>
                </a:ext>
              </a:extLst>
            </p:cNvPr>
            <p:cNvSpPr/>
            <p:nvPr/>
          </p:nvSpPr>
          <p:spPr>
            <a:xfrm>
              <a:off x="4162162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B24F6C7-5A0E-3A9F-6B8B-C400A96F189B}"/>
                </a:ext>
              </a:extLst>
            </p:cNvPr>
            <p:cNvSpPr/>
            <p:nvPr/>
          </p:nvSpPr>
          <p:spPr>
            <a:xfrm>
              <a:off x="4491975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4E0C28-D004-F800-1DF0-D9B061ECC26D}"/>
                </a:ext>
              </a:extLst>
            </p:cNvPr>
            <p:cNvSpPr/>
            <p:nvPr/>
          </p:nvSpPr>
          <p:spPr>
            <a:xfrm>
              <a:off x="4814426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A313A78-2298-AA2D-F475-D4DF0DC37D47}"/>
                </a:ext>
              </a:extLst>
            </p:cNvPr>
            <p:cNvSpPr/>
            <p:nvPr/>
          </p:nvSpPr>
          <p:spPr>
            <a:xfrm>
              <a:off x="5136877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33885E7-1774-9142-3C5C-EB2B2697DD17}"/>
                </a:ext>
              </a:extLst>
            </p:cNvPr>
            <p:cNvSpPr/>
            <p:nvPr/>
          </p:nvSpPr>
          <p:spPr>
            <a:xfrm>
              <a:off x="5459329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832ED91-20D8-DDCD-21D3-1B976D6611C5}"/>
                </a:ext>
              </a:extLst>
            </p:cNvPr>
            <p:cNvSpPr/>
            <p:nvPr/>
          </p:nvSpPr>
          <p:spPr>
            <a:xfrm>
              <a:off x="5781780" y="2045965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57C0AB8-B157-00A1-6437-75CC84966691}"/>
                </a:ext>
              </a:extLst>
            </p:cNvPr>
            <p:cNvSpPr/>
            <p:nvPr/>
          </p:nvSpPr>
          <p:spPr>
            <a:xfrm>
              <a:off x="4042206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C563806-2B40-E158-6E13-C980BCEEF672}"/>
                </a:ext>
              </a:extLst>
            </p:cNvPr>
            <p:cNvSpPr/>
            <p:nvPr/>
          </p:nvSpPr>
          <p:spPr>
            <a:xfrm>
              <a:off x="4349595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531D570-1F9C-3668-4211-282C9D5338E1}"/>
                </a:ext>
              </a:extLst>
            </p:cNvPr>
            <p:cNvSpPr/>
            <p:nvPr/>
          </p:nvSpPr>
          <p:spPr>
            <a:xfrm>
              <a:off x="4679408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D827001-D8D0-518D-D3DD-BE58683D10E5}"/>
                </a:ext>
              </a:extLst>
            </p:cNvPr>
            <p:cNvSpPr/>
            <p:nvPr/>
          </p:nvSpPr>
          <p:spPr>
            <a:xfrm>
              <a:off x="5001859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683614-3311-ADF0-2681-581E16E702F3}"/>
                </a:ext>
              </a:extLst>
            </p:cNvPr>
            <p:cNvSpPr/>
            <p:nvPr/>
          </p:nvSpPr>
          <p:spPr>
            <a:xfrm>
              <a:off x="5324310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2828214-8279-7F2D-25D4-2D92A21B6C80}"/>
                </a:ext>
              </a:extLst>
            </p:cNvPr>
            <p:cNvSpPr/>
            <p:nvPr/>
          </p:nvSpPr>
          <p:spPr>
            <a:xfrm>
              <a:off x="5646762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52E36A3-1655-ACCF-CAD0-E490A40EDD38}"/>
                </a:ext>
              </a:extLst>
            </p:cNvPr>
            <p:cNvSpPr/>
            <p:nvPr/>
          </p:nvSpPr>
          <p:spPr>
            <a:xfrm>
              <a:off x="5969213" y="2278067"/>
              <a:ext cx="44984" cy="6089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9E27F1C4-DD25-2BAB-361B-9BA0A0FB4947}"/>
                </a:ext>
              </a:extLst>
            </p:cNvPr>
            <p:cNvSpPr/>
            <p:nvPr/>
          </p:nvSpPr>
          <p:spPr>
            <a:xfrm>
              <a:off x="3404934" y="4242724"/>
              <a:ext cx="2916447" cy="544704"/>
            </a:xfrm>
            <a:prstGeom prst="cube">
              <a:avLst>
                <a:gd name="adj" fmla="val 90580"/>
              </a:avLst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2FF4E49C-FA53-8075-AD74-2597D14F3994}"/>
                </a:ext>
              </a:extLst>
            </p:cNvPr>
            <p:cNvSpPr/>
            <p:nvPr/>
          </p:nvSpPr>
          <p:spPr>
            <a:xfrm>
              <a:off x="3588619" y="3551007"/>
              <a:ext cx="2916447" cy="353242"/>
            </a:xfrm>
            <a:prstGeom prst="cube">
              <a:avLst>
                <a:gd name="adj" fmla="val 92969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22D2C79C-DB47-680C-B989-CADAEC09E84D}"/>
                </a:ext>
              </a:extLst>
            </p:cNvPr>
            <p:cNvSpPr/>
            <p:nvPr/>
          </p:nvSpPr>
          <p:spPr>
            <a:xfrm rot="870780">
              <a:off x="5363738" y="2076484"/>
              <a:ext cx="457218" cy="1689252"/>
            </a:xfrm>
            <a:prstGeom prst="triangle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  <a:lumMod val="94000"/>
                    <a:lumOff val="6000"/>
                    <a:alpha val="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  <a:alpha val="4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7FDCEEAC-F384-FEFC-5D03-FE4846B473DF}"/>
                </a:ext>
              </a:extLst>
            </p:cNvPr>
            <p:cNvSpPr/>
            <p:nvPr/>
          </p:nvSpPr>
          <p:spPr>
            <a:xfrm>
              <a:off x="4184654" y="3556627"/>
              <a:ext cx="1641906" cy="297760"/>
            </a:xfrm>
            <a:prstGeom prst="cube">
              <a:avLst>
                <a:gd name="adj" fmla="val 92883"/>
              </a:avLst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6AF5AA1C-873F-2D53-6EAF-82BFD4C4A202}"/>
                </a:ext>
              </a:extLst>
            </p:cNvPr>
            <p:cNvSpPr/>
            <p:nvPr/>
          </p:nvSpPr>
          <p:spPr>
            <a:xfrm>
              <a:off x="4424183" y="2106862"/>
              <a:ext cx="809386" cy="1628499"/>
            </a:xfrm>
            <a:prstGeom prst="triangle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  <a:lumMod val="94000"/>
                    <a:lumOff val="6000"/>
                    <a:alpha val="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  <a:alpha val="4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8071D45-0137-F80F-996F-756903A398B9}"/>
                </a:ext>
              </a:extLst>
            </p:cNvPr>
            <p:cNvCxnSpPr>
              <a:cxnSpLocks/>
            </p:cNvCxnSpPr>
            <p:nvPr/>
          </p:nvCxnSpPr>
          <p:spPr>
            <a:xfrm>
              <a:off x="4836918" y="2103435"/>
              <a:ext cx="0" cy="2531437"/>
            </a:xfrm>
            <a:prstGeom prst="straightConnector1">
              <a:avLst/>
            </a:prstGeom>
            <a:ln>
              <a:tailEnd type="triangle"/>
            </a:ln>
            <a:effectLst>
              <a:glow rad="101600">
                <a:srgbClr val="FFFF99">
                  <a:alpha val="60000"/>
                </a:srgb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2F9B8A2-99E0-4172-A458-B74F38DA1F47}"/>
                </a:ext>
              </a:extLst>
            </p:cNvPr>
            <p:cNvSpPr/>
            <p:nvPr/>
          </p:nvSpPr>
          <p:spPr>
            <a:xfrm>
              <a:off x="5076221" y="3594891"/>
              <a:ext cx="608093" cy="185003"/>
            </a:xfrm>
            <a:prstGeom prst="parallelogram">
              <a:avLst>
                <a:gd name="adj" fmla="val 57969"/>
              </a:avLst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AC2396F-DD79-BA9A-16F6-5F789F8D7090}"/>
                </a:ext>
              </a:extLst>
            </p:cNvPr>
            <p:cNvCxnSpPr>
              <a:stCxn id="31" idx="0"/>
            </p:cNvCxnSpPr>
            <p:nvPr/>
          </p:nvCxnSpPr>
          <p:spPr>
            <a:xfrm flipH="1">
              <a:off x="5459329" y="2103435"/>
              <a:ext cx="344681" cy="1447572"/>
            </a:xfrm>
            <a:prstGeom prst="straightConnector1">
              <a:avLst/>
            </a:prstGeom>
            <a:ln>
              <a:tailEnd type="triangle"/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862C4F0-D9A4-CBB8-AA6C-7D74C98A4E82}"/>
                </a:ext>
              </a:extLst>
            </p:cNvPr>
            <p:cNvCxnSpPr>
              <a:cxnSpLocks/>
            </p:cNvCxnSpPr>
            <p:nvPr/>
          </p:nvCxnSpPr>
          <p:spPr>
            <a:xfrm>
              <a:off x="5369294" y="3274966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03093CB-3448-1B7F-05D6-0A6BC5293E32}"/>
                </a:ext>
              </a:extLst>
            </p:cNvPr>
            <p:cNvCxnSpPr>
              <a:cxnSpLocks/>
            </p:cNvCxnSpPr>
            <p:nvPr/>
          </p:nvCxnSpPr>
          <p:spPr>
            <a:xfrm>
              <a:off x="5423023" y="3089628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76AB9A-273B-6C63-39F7-554E18674F09}"/>
                </a:ext>
              </a:extLst>
            </p:cNvPr>
            <p:cNvCxnSpPr>
              <a:cxnSpLocks/>
            </p:cNvCxnSpPr>
            <p:nvPr/>
          </p:nvCxnSpPr>
          <p:spPr>
            <a:xfrm>
              <a:off x="5480941" y="2904905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796E81A-2302-F527-CA7C-99A715390C1B}"/>
                </a:ext>
              </a:extLst>
            </p:cNvPr>
            <p:cNvCxnSpPr>
              <a:cxnSpLocks/>
            </p:cNvCxnSpPr>
            <p:nvPr/>
          </p:nvCxnSpPr>
          <p:spPr>
            <a:xfrm>
              <a:off x="5526804" y="2723378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E40DC3A-9E9B-7991-56E1-93030A3269E3}"/>
                </a:ext>
              </a:extLst>
            </p:cNvPr>
            <p:cNvCxnSpPr>
              <a:cxnSpLocks/>
            </p:cNvCxnSpPr>
            <p:nvPr/>
          </p:nvCxnSpPr>
          <p:spPr>
            <a:xfrm>
              <a:off x="5566019" y="2560821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339665B-69FB-7EB3-0F4E-DD410F617334}"/>
                </a:ext>
              </a:extLst>
            </p:cNvPr>
            <p:cNvCxnSpPr>
              <a:cxnSpLocks/>
            </p:cNvCxnSpPr>
            <p:nvPr/>
          </p:nvCxnSpPr>
          <p:spPr>
            <a:xfrm>
              <a:off x="5596793" y="2399518"/>
              <a:ext cx="270037" cy="94635"/>
            </a:xfrm>
            <a:prstGeom prst="line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E9CF2D92-DA06-62AF-B6D7-3DC89353A546}"/>
                </a:ext>
              </a:extLst>
            </p:cNvPr>
            <p:cNvSpPr/>
            <p:nvPr/>
          </p:nvSpPr>
          <p:spPr>
            <a:xfrm rot="3843451">
              <a:off x="4393868" y="1733449"/>
              <a:ext cx="524946" cy="45719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4FBE7E8-A8FD-7799-8745-E1E49AED8478}"/>
                </a:ext>
              </a:extLst>
            </p:cNvPr>
            <p:cNvSpPr txBox="1"/>
            <p:nvPr/>
          </p:nvSpPr>
          <p:spPr>
            <a:xfrm>
              <a:off x="3644848" y="1275809"/>
              <a:ext cx="16720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b="1" dirty="0"/>
                <a:t>Reference LED (On axis)</a:t>
              </a:r>
            </a:p>
          </p:txBody>
        </p:sp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46601AD1-73FE-26C7-4CDA-C707F772FC45}"/>
                </a:ext>
              </a:extLst>
            </p:cNvPr>
            <p:cNvSpPr/>
            <p:nvPr/>
          </p:nvSpPr>
          <p:spPr>
            <a:xfrm rot="7502146">
              <a:off x="5788580" y="1815743"/>
              <a:ext cx="383196" cy="62009"/>
            </a:xfrm>
            <a:prstGeom prst="rightArrow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927B1B1-5B8F-4F49-9C77-778FE8C0C2D1}"/>
                </a:ext>
              </a:extLst>
            </p:cNvPr>
            <p:cNvSpPr txBox="1"/>
            <p:nvPr/>
          </p:nvSpPr>
          <p:spPr>
            <a:xfrm>
              <a:off x="6013282" y="1273777"/>
              <a:ext cx="167203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b="1" dirty="0"/>
                <a:t>Multi-angled illumination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585AB52-3C07-5757-F40D-2BA5CA796D45}"/>
                </a:ext>
              </a:extLst>
            </p:cNvPr>
            <p:cNvCxnSpPr/>
            <p:nvPr/>
          </p:nvCxnSpPr>
          <p:spPr>
            <a:xfrm>
              <a:off x="3778755" y="2216303"/>
              <a:ext cx="0" cy="140112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8511C1-6164-1507-A364-03E0A5BE22FE}"/>
                </a:ext>
              </a:extLst>
            </p:cNvPr>
            <p:cNvSpPr txBox="1"/>
            <p:nvPr/>
          </p:nvSpPr>
          <p:spPr>
            <a:xfrm>
              <a:off x="3436859" y="2732088"/>
              <a:ext cx="4071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i="1" dirty="0"/>
                <a:t>h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78E983B-B642-C9BE-AFA9-990DBE4DC89F}"/>
                </a:ext>
              </a:extLst>
            </p:cNvPr>
            <p:cNvCxnSpPr>
              <a:cxnSpLocks/>
            </p:cNvCxnSpPr>
            <p:nvPr/>
          </p:nvCxnSpPr>
          <p:spPr>
            <a:xfrm>
              <a:off x="3757308" y="3952500"/>
              <a:ext cx="0" cy="494860"/>
            </a:xfrm>
            <a:prstGeom prst="straightConnector1">
              <a:avLst/>
            </a:prstGeom>
            <a:ln>
              <a:headEnd type="triangle"/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8384A65-F0C0-B3B2-3D26-4939506D2BB0}"/>
                    </a:ext>
                  </a:extLst>
                </p:cNvPr>
                <p:cNvSpPr txBox="1"/>
                <p:nvPr/>
              </p:nvSpPr>
              <p:spPr>
                <a:xfrm>
                  <a:off x="3114929" y="4012031"/>
                  <a:ext cx="365058" cy="2936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𝒔𝒂𝒎𝒑𝒍𝒆</m:t>
                            </m:r>
                          </m:sub>
                        </m:sSub>
                      </m:oMath>
                    </m:oMathPara>
                  </a14:m>
                  <a:endParaRPr lang="en-IN" sz="1200" b="1" dirty="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8384A65-F0C0-B3B2-3D26-4939506D2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4929" y="4012031"/>
                  <a:ext cx="365058" cy="293607"/>
                </a:xfrm>
                <a:prstGeom prst="rect">
                  <a:avLst/>
                </a:prstGeom>
                <a:blipFill>
                  <a:blip r:embed="rId2"/>
                  <a:stretch>
                    <a:fillRect r="-70000" b="-41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9EC278-2629-3E26-5CF5-CFC1C735AB4C}"/>
                </a:ext>
              </a:extLst>
            </p:cNvPr>
            <p:cNvSpPr txBox="1"/>
            <p:nvPr/>
          </p:nvSpPr>
          <p:spPr>
            <a:xfrm>
              <a:off x="2436563" y="3541547"/>
              <a:ext cx="16573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Sample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930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B1D7D5A-7CDD-D737-8894-1B33DB4F7090}"/>
              </a:ext>
            </a:extLst>
          </p:cNvPr>
          <p:cNvGrpSpPr/>
          <p:nvPr/>
        </p:nvGrpSpPr>
        <p:grpSpPr>
          <a:xfrm>
            <a:off x="2482957" y="1154668"/>
            <a:ext cx="7226086" cy="4341564"/>
            <a:chOff x="2482957" y="643391"/>
            <a:chExt cx="7226086" cy="434156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A1CBDF4-B97F-E785-B98C-4C239822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36" t="5711"/>
            <a:stretch>
              <a:fillRect/>
            </a:stretch>
          </p:blipFill>
          <p:spPr>
            <a:xfrm>
              <a:off x="2482957" y="1012723"/>
              <a:ext cx="7226086" cy="3972232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491706-83EE-BA08-88D9-9FF09D0442C2}"/>
                </a:ext>
              </a:extLst>
            </p:cNvPr>
            <p:cNvSpPr txBox="1"/>
            <p:nvPr/>
          </p:nvSpPr>
          <p:spPr>
            <a:xfrm>
              <a:off x="4640826" y="643391"/>
              <a:ext cx="65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(a)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851FE1-995E-AAC5-8206-EEEF93D0B716}"/>
                </a:ext>
              </a:extLst>
            </p:cNvPr>
            <p:cNvSpPr txBox="1"/>
            <p:nvPr/>
          </p:nvSpPr>
          <p:spPr>
            <a:xfrm>
              <a:off x="8391832" y="643391"/>
              <a:ext cx="65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29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104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Gaurang Garg</dc:creator>
  <cp:lastModifiedBy>Gaurang Garg</cp:lastModifiedBy>
  <cp:revision>1</cp:revision>
  <dcterms:created xsi:type="dcterms:W3CDTF">2026-05-07T13:10:28Z</dcterms:created>
  <dcterms:modified xsi:type="dcterms:W3CDTF">2026-05-08T16:41:36Z</dcterms:modified>
</cp:coreProperties>
</file>