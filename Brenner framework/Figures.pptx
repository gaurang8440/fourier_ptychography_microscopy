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6D0CA-568D-5C37-4963-97C15A16A3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11C6178-F7E8-B755-BB56-20B9537F6C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B2B398-1143-5A77-5821-84461A04E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65F26-6AA2-87DE-79B5-DF2F94A6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0FB795-B83F-FC1C-6446-D0536461C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12026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38F7B-21B0-685B-3797-080C56C6D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3BC2E-F558-7175-5601-18334E35FE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695D2-0843-1B85-1994-FCDDF52571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D9E55F-D30D-90D7-7E71-4FE30DD4C8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7B428B-7578-AA82-4BAB-9C996F26B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3540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A9507-729B-B1E0-2BAF-68D1834F0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2F3CDC-417F-8E6B-E745-15B2A79879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600DF-372C-CCA9-FEBC-C04C45F18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ABFCE1-7950-9AAD-EA0F-D10E3C380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FA805-6A72-1B54-B4C7-213D50B938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2863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96D28-2FC5-0409-30DC-E22AE0867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BB63F9-AA2E-AEDD-CB69-FF939824A3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295D3C-29BA-C56C-8AA9-C2A658F29F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F8CF2E-C74C-D21C-5B02-63F2520D0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2293F8-E6F3-641C-91B5-3557C0118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C71C50-FD77-8A8F-FFED-161C4A33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3037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3C429-D405-D4D3-F7C0-0E7BCBDBD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960E1E-4566-E161-E89B-A4BB3D9B15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F2016D-072D-FB67-7C45-B4918A521E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273892-9611-6E88-C7B8-F0E4E1BDA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3133666-3226-3AA4-FAE9-63552D6123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B5196B-B463-62B2-ED9B-53CAD40B5C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BBCDE-AA63-F986-8919-DEA897AD39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1AB5EF0-3D19-91F1-D532-1EE92979D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7088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95A3F-AC41-9DCF-C0C4-1016785CDE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1DD0D8F-D0CA-A1B2-D9E6-3CB58E0E8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54ABA2-BC0F-1FD4-A71E-ABDA3AA59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C0E850-3BA6-E7BD-BD8F-43FD1A389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64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0D49AD5-45C3-99EF-FEE6-4A1DE84EA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D030BB-CDD6-4E07-AE72-F607A1CD5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01CEC8-7B21-CC1A-78DA-8FB675571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348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A2C1E-2DC4-9538-96CA-2489E5C40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D4C925-E37E-07A8-402D-AB98F7FB65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D28CEF-1676-23D0-63E1-94B943BE0F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2FD6E3-E644-E920-B345-6B34A56DED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A6148A-0D70-CAEB-DA28-D7A7FE0CA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933D05-BAB5-5F09-D08B-69473D91F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7854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67E5C-4C36-309A-CF13-BCEF76DAE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249BB-0138-6957-532A-9DBD4547BE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3016DF-F297-981B-ABDA-6751943E3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CEB40D-0A66-BE7A-0867-682C7BB49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B2317E-E0E7-B923-7CFF-669781DCD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5DC97-24C3-26AB-A20D-5F44BF8D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6669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09F02-D467-2525-1AAC-DA7B62EEE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0CCCAF-9410-5EB6-FC69-50F4DA4513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FAB8E-2D95-1206-66FA-56373E5B1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2610D9-F4BA-A2C5-893F-4124903D6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5F2CEE-D27B-D433-A612-F1AF68213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37375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2DABCFB-3203-9B0F-30B2-7631A34754E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DE718E-F6A0-811E-8772-BF9914CAE4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E6D01-A6B3-A6AE-5598-0DAC60E18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AFDDCA-AA07-AC0A-3201-4DB05F9CE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9CD9FE-4C96-6A32-0395-8B300947F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5001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9DB317-AFAB-EA89-FFEE-BDCE1C351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0DF4F2-FAB8-14D8-9F45-C53131617D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693511-642D-E4A6-E262-F56DF6839A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27E477-3359-45F1-BD76-6786700BEEE7}" type="datetimeFigureOut">
              <a:rPr lang="en-IN" smtClean="0"/>
              <a:t>18-06-2026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23E404-E818-1647-C339-BB58BAF0ED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86960-51C8-AEF5-5B1E-25E5D83995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1BC740-3426-455D-880C-B6157C3F09C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875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1E95796-277D-21D5-6E2E-D335A24E334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5"/>
          <a:stretch>
            <a:fillRect/>
          </a:stretch>
        </p:blipFill>
        <p:spPr bwMode="auto">
          <a:xfrm>
            <a:off x="131702" y="449494"/>
            <a:ext cx="11928595" cy="5959011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364602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03F9D3D-1D45-4525-D247-3E3CEA994CC8}"/>
              </a:ext>
            </a:extLst>
          </p:cNvPr>
          <p:cNvGrpSpPr/>
          <p:nvPr/>
        </p:nvGrpSpPr>
        <p:grpSpPr>
          <a:xfrm>
            <a:off x="275541" y="595900"/>
            <a:ext cx="11200990" cy="3074542"/>
            <a:chOff x="275541" y="595900"/>
            <a:chExt cx="11200990" cy="307454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DED4279-1511-7014-2398-1C0DB42817A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233" t="8734" r="33520" b="45290"/>
            <a:stretch>
              <a:fillRect/>
            </a:stretch>
          </p:blipFill>
          <p:spPr bwMode="auto">
            <a:xfrm>
              <a:off x="275541" y="742308"/>
              <a:ext cx="3965825" cy="2928134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F40840C-F6AC-EFC5-DEDD-25F3E94E0B7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494" t="6435" r="1" b="45290"/>
            <a:stretch>
              <a:fillRect/>
            </a:stretch>
          </p:blipFill>
          <p:spPr bwMode="auto">
            <a:xfrm>
              <a:off x="7837619" y="595901"/>
              <a:ext cx="3638912" cy="3074541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B3C157B-8190-8AE5-3142-1692AFF941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781" t="54024"/>
            <a:stretch>
              <a:fillRect/>
            </a:stretch>
          </p:blipFill>
          <p:spPr bwMode="auto">
            <a:xfrm>
              <a:off x="4269843" y="742308"/>
              <a:ext cx="3604666" cy="2928134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980209E-05C3-FACB-177F-DA9B9F13A7DE}"/>
                </a:ext>
              </a:extLst>
            </p:cNvPr>
            <p:cNvSpPr txBox="1"/>
            <p:nvPr/>
          </p:nvSpPr>
          <p:spPr>
            <a:xfrm>
              <a:off x="1321011" y="595901"/>
              <a:ext cx="230141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marL="228600" indent="-228600" algn="ctr">
                <a:buAutoNum type="alphaLcParenBoth"/>
              </a:pPr>
              <a:r>
                <a:rPr lang="en-IN" sz="1200" b="1" dirty="0"/>
                <a:t>Weak Phase Object</a:t>
              </a:r>
            </a:p>
            <a:p>
              <a:pPr algn="ctr"/>
              <a:r>
                <a:rPr lang="en-IN" sz="1200" b="1" dirty="0"/>
                <a:t>[Phase Inversion]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758450D-9316-8FE2-020E-8CB4B0FDAFEE}"/>
                </a:ext>
              </a:extLst>
            </p:cNvPr>
            <p:cNvSpPr txBox="1"/>
            <p:nvPr/>
          </p:nvSpPr>
          <p:spPr>
            <a:xfrm>
              <a:off x="4791964" y="595901"/>
              <a:ext cx="230141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200" b="1" dirty="0"/>
                <a:t>(b) Complex Object</a:t>
              </a:r>
            </a:p>
            <a:p>
              <a:pPr algn="ctr"/>
              <a:r>
                <a:rPr lang="en-IN" sz="1200" b="1" dirty="0"/>
                <a:t>[Amplitude-Phase Crosstalk]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EEC1E43-201B-20B1-7965-C5964E40D0F8}"/>
                </a:ext>
              </a:extLst>
            </p:cNvPr>
            <p:cNvSpPr txBox="1"/>
            <p:nvPr/>
          </p:nvSpPr>
          <p:spPr>
            <a:xfrm>
              <a:off x="8569578" y="595900"/>
              <a:ext cx="2301411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pPr algn="ctr"/>
              <a:r>
                <a:rPr lang="en-IN" sz="1200" b="1" dirty="0"/>
                <a:t>(c) Strong Phase Object</a:t>
              </a:r>
            </a:p>
            <a:p>
              <a:pPr algn="ctr"/>
              <a:r>
                <a:rPr lang="en-IN" sz="1200" b="1" dirty="0"/>
                <a:t>[Gibbs Anomaly]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1854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26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Gaurang Garg</dc:creator>
  <cp:lastModifiedBy>Gaurang Garg</cp:lastModifiedBy>
  <cp:revision>1</cp:revision>
  <dcterms:created xsi:type="dcterms:W3CDTF">2026-06-18T15:32:37Z</dcterms:created>
  <dcterms:modified xsi:type="dcterms:W3CDTF">2026-06-18T21:23:58Z</dcterms:modified>
</cp:coreProperties>
</file>